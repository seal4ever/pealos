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9" r:id="rId2"/>
    <p:sldId id="268" r:id="rId3"/>
    <p:sldId id="267" r:id="rId4"/>
    <p:sldId id="266" r:id="rId5"/>
    <p:sldId id="265" r:id="rId6"/>
    <p:sldId id="264" r:id="rId7"/>
    <p:sldId id="263" r:id="rId8"/>
    <p:sldId id="256" r:id="rId9"/>
    <p:sldId id="257" r:id="rId10"/>
    <p:sldId id="258" r:id="rId11"/>
    <p:sldId id="259" r:id="rId12"/>
    <p:sldId id="260" r:id="rId13"/>
    <p:sldId id="261" r:id="rId14"/>
    <p:sldId id="262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B462D"/>
    <a:srgbClr val="FF0101"/>
    <a:srgbClr val="FE6B5C"/>
    <a:srgbClr val="FD352B"/>
    <a:srgbClr val="01A2FD"/>
    <a:srgbClr val="02A3FD"/>
    <a:srgbClr val="2AB4FD"/>
    <a:srgbClr val="2BB3FD"/>
    <a:srgbClr val="5FC2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894573-6A8D-4BF6-B886-8656FA8C3952}" v="268" dt="2023-05-06T04:35:58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zmin Gregory" userId="60f5cda76aafd52b" providerId="LiveId" clId="{79894573-6A8D-4BF6-B886-8656FA8C3952}"/>
    <pc:docChg chg="undo custSel addSld delSld modSld sldOrd">
      <pc:chgData name="Kuzmin Gregory" userId="60f5cda76aafd52b" providerId="LiveId" clId="{79894573-6A8D-4BF6-B886-8656FA8C3952}" dt="2023-05-06T04:36:02.099" v="3974" actId="1036"/>
      <pc:docMkLst>
        <pc:docMk/>
      </pc:docMkLst>
      <pc:sldChg chg="addSp delSp modSp mod modTransition">
        <pc:chgData name="Kuzmin Gregory" userId="60f5cda76aafd52b" providerId="LiveId" clId="{79894573-6A8D-4BF6-B886-8656FA8C3952}" dt="2023-05-06T04:35:18.789" v="3527" actId="1036"/>
        <pc:sldMkLst>
          <pc:docMk/>
          <pc:sldMk cId="3786664139" sldId="256"/>
        </pc:sldMkLst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3" creationId="{23B012C5-534C-AAB1-81EF-2C05D9418197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3" creationId="{C51B5C98-18B6-A8CA-9B47-F1FC7148C117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4" creationId="{AB5DDF10-59A5-01C2-DD46-A2AB2B11494A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4" creationId="{F3B221A8-2267-E292-9D1C-B6D66ABC3F11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5" creationId="{CF700267-F381-FBE4-1D12-7084E447EC40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6" creationId="{A9D1F133-AD85-CFC2-3FE4-8B5C7CC0C883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6" creationId="{B1860FE3-BB3E-352F-8287-332CF5BAC2AF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8" creationId="{EC615DFD-31ED-384A-BFC7-FA78CBFF4F94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8" creationId="{F065B8AF-3051-B05F-A59A-0C1D4B3315BE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10" creationId="{220254FB-C09F-82BE-D22B-7F494D52FF25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10" creationId="{9D6F6F1B-BB32-B602-BB18-54C5C7EDF53F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11" creationId="{1EF9EA85-DF79-7A06-E627-DC536AA50E9A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11" creationId="{BD6735A6-5E9C-0FFD-88F3-FC65D5817343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12" creationId="{B8547E57-1AA3-4D5E-C6C5-0100BE16108F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12" creationId="{BFF783AD-E68C-A9A6-D8C5-AD19002E56E9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14" creationId="{2B324770-05DB-A182-542B-40E814D070EB}"/>
          </ac:spMkLst>
        </pc:spChg>
        <pc:spChg chg="mod">
          <ac:chgData name="Kuzmin Gregory" userId="60f5cda76aafd52b" providerId="LiveId" clId="{79894573-6A8D-4BF6-B886-8656FA8C3952}" dt="2023-05-06T03:49:56.725" v="1952"/>
          <ac:spMkLst>
            <pc:docMk/>
            <pc:sldMk cId="3786664139" sldId="256"/>
            <ac:spMk id="14" creationId="{E1D241EB-F621-BA6F-F269-94343827609E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16" creationId="{4B54AF76-BA5A-9361-E6AA-4D231700DFFF}"/>
          </ac:spMkLst>
        </pc:spChg>
        <pc:spChg chg="mod">
          <ac:chgData name="Kuzmin Gregory" userId="60f5cda76aafd52b" providerId="LiveId" clId="{79894573-6A8D-4BF6-B886-8656FA8C3952}" dt="2023-05-05T17:38:19.502" v="1041"/>
          <ac:spMkLst>
            <pc:docMk/>
            <pc:sldMk cId="3786664139" sldId="256"/>
            <ac:spMk id="18" creationId="{9E31FF9B-8597-A964-44CF-6A2B09B21FAC}"/>
          </ac:spMkLst>
        </pc:spChg>
        <pc:spChg chg="mod">
          <ac:chgData name="Kuzmin Gregory" userId="60f5cda76aafd52b" providerId="LiveId" clId="{79894573-6A8D-4BF6-B886-8656FA8C3952}" dt="2023-05-06T04:28:16.833" v="3219"/>
          <ac:spMkLst>
            <pc:docMk/>
            <pc:sldMk cId="3786664139" sldId="256"/>
            <ac:spMk id="18" creationId="{CA9A1D1C-9BF8-1E09-1552-4149CB0A1D95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22" creationId="{41C5B02F-A810-4B55-AC7D-705EE86A5DAD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24" creationId="{1D72FEBD-AE89-CEEA-FB46-93AD0F8ADAEE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29" creationId="{9F1B782E-0CC0-96A7-885A-F544BC51FD47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31" creationId="{35CA2D7A-D26A-325A-8A5C-E3E87C00F5DF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33" creationId="{3A41CAC8-0231-3F50-6998-3CD5F83CEB71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37" creationId="{FEB8E82D-42B4-096E-7023-11F3DDF717BF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38" creationId="{B99D44DB-5F02-9149-72E2-494C98499F1E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39" creationId="{461262C9-6DCC-C811-DC6C-D2525397E0E1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40" creationId="{3C30ABB4-0C3E-7F96-B439-D963B67B2E25}"/>
          </ac:spMkLst>
        </pc:spChg>
        <pc:spChg chg="mod">
          <ac:chgData name="Kuzmin Gregory" userId="60f5cda76aafd52b" providerId="LiveId" clId="{79894573-6A8D-4BF6-B886-8656FA8C3952}" dt="2023-05-05T17:38:43.625" v="1086"/>
          <ac:spMkLst>
            <pc:docMk/>
            <pc:sldMk cId="3786664139" sldId="256"/>
            <ac:spMk id="41" creationId="{73210435-24F0-33AA-BA76-C632FA2326EE}"/>
          </ac:spMkLst>
        </pc:spChg>
        <pc:spChg chg="mod">
          <ac:chgData name="Kuzmin Gregory" userId="60f5cda76aafd52b" providerId="LiveId" clId="{79894573-6A8D-4BF6-B886-8656FA8C3952}" dt="2023-05-06T04:28:16.833" v="3219"/>
          <ac:spMkLst>
            <pc:docMk/>
            <pc:sldMk cId="3786664139" sldId="256"/>
            <ac:spMk id="43" creationId="{0FDA06A7-574A-EF64-E7C1-E327558E56DF}"/>
          </ac:spMkLst>
        </pc:spChg>
        <pc:spChg chg="mod">
          <ac:chgData name="Kuzmin Gregory" userId="60f5cda76aafd52b" providerId="LiveId" clId="{79894573-6A8D-4BF6-B886-8656FA8C3952}" dt="2023-05-06T04:28:16.833" v="3219"/>
          <ac:spMkLst>
            <pc:docMk/>
            <pc:sldMk cId="3786664139" sldId="256"/>
            <ac:spMk id="44" creationId="{2A4FD6A9-8823-A198-D547-F4D816BD110A}"/>
          </ac:spMkLst>
        </pc:spChg>
        <pc:spChg chg="mod">
          <ac:chgData name="Kuzmin Gregory" userId="60f5cda76aafd52b" providerId="LiveId" clId="{79894573-6A8D-4BF6-B886-8656FA8C3952}" dt="2023-05-06T04:28:16.833" v="3219"/>
          <ac:spMkLst>
            <pc:docMk/>
            <pc:sldMk cId="3786664139" sldId="256"/>
            <ac:spMk id="45" creationId="{26A65581-796F-B878-557F-A88DB1249CBF}"/>
          </ac:spMkLst>
        </pc:spChg>
        <pc:spChg chg="mod">
          <ac:chgData name="Kuzmin Gregory" userId="60f5cda76aafd52b" providerId="LiveId" clId="{79894573-6A8D-4BF6-B886-8656FA8C3952}" dt="2023-05-06T04:28:16.833" v="3219"/>
          <ac:spMkLst>
            <pc:docMk/>
            <pc:sldMk cId="3786664139" sldId="256"/>
            <ac:spMk id="47" creationId="{A1CE7895-2922-00AC-66C5-B4B0C6E44B14}"/>
          </ac:spMkLst>
        </pc:spChg>
        <pc:spChg chg="mod">
          <ac:chgData name="Kuzmin Gregory" userId="60f5cda76aafd52b" providerId="LiveId" clId="{79894573-6A8D-4BF6-B886-8656FA8C3952}" dt="2023-05-06T04:28:16.833" v="3219"/>
          <ac:spMkLst>
            <pc:docMk/>
            <pc:sldMk cId="3786664139" sldId="256"/>
            <ac:spMk id="51" creationId="{3C58834A-F529-A882-F0EB-1FBCACB3AFF4}"/>
          </ac:spMkLst>
        </pc:spChg>
        <pc:spChg chg="mod">
          <ac:chgData name="Kuzmin Gregory" userId="60f5cda76aafd52b" providerId="LiveId" clId="{79894573-6A8D-4BF6-B886-8656FA8C3952}" dt="2023-05-06T04:28:16.833" v="3219"/>
          <ac:spMkLst>
            <pc:docMk/>
            <pc:sldMk cId="3786664139" sldId="256"/>
            <ac:spMk id="52" creationId="{918F07AB-CC27-91C9-E87C-944CCD48318A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60" creationId="{692EA013-3A1D-197E-E981-B98BE53254C2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61" creationId="{CD36B75E-F720-B43F-7EF0-2B5C114FC094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62" creationId="{E802A304-AF79-9F38-EEB4-B2B154427E9F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64" creationId="{3C3C145D-920E-0DB9-2EF4-F89D8EEEAE1F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65" creationId="{A81484DF-A399-24E7-D557-325EC6E89D38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67" creationId="{864E3792-F67C-9BA8-95CF-D4C7E6E4C1F7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69" creationId="{BECED0A8-3839-ED39-1D58-BA354A373E18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72" creationId="{0C69E447-34CF-9D53-C068-2D721B9949C9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73" creationId="{3A9E24CE-1CE7-938F-FA6F-74519C8E3C3D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76" creationId="{1996F65F-5B26-63AB-835B-B3564CA8597B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78" creationId="{3F1E6AFB-7BA9-89D5-C6D5-ADE70CCF2CA4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80" creationId="{6C89B22F-C5ED-15B2-6A2B-2AC6FAE203C7}"/>
          </ac:spMkLst>
        </pc:spChg>
        <pc:spChg chg="mod">
          <ac:chgData name="Kuzmin Gregory" userId="60f5cda76aafd52b" providerId="LiveId" clId="{79894573-6A8D-4BF6-B886-8656FA8C3952}" dt="2023-05-06T04:35:15.413" v="3454"/>
          <ac:spMkLst>
            <pc:docMk/>
            <pc:sldMk cId="3786664139" sldId="256"/>
            <ac:spMk id="81" creationId="{9EC22C7B-5EED-521C-4174-C77C7A1B4F15}"/>
          </ac:spMkLst>
        </pc:spChg>
        <pc:grpChg chg="add del mod">
          <ac:chgData name="Kuzmin Gregory" userId="60f5cda76aafd52b" providerId="LiveId" clId="{79894573-6A8D-4BF6-B886-8656FA8C3952}" dt="2023-05-06T03:50:00.281" v="1953" actId="478"/>
          <ac:grpSpMkLst>
            <pc:docMk/>
            <pc:sldMk cId="3786664139" sldId="256"/>
            <ac:grpSpMk id="2" creationId="{77E9D055-070A-E348-1F81-B9865E19FEE7}"/>
          </ac:grpSpMkLst>
        </pc:grpChg>
        <pc:grpChg chg="add del mod">
          <ac:chgData name="Kuzmin Gregory" userId="60f5cda76aafd52b" providerId="LiveId" clId="{79894573-6A8D-4BF6-B886-8656FA8C3952}" dt="2023-05-05T17:38:40.725" v="1085" actId="478"/>
          <ac:grpSpMkLst>
            <pc:docMk/>
            <pc:sldMk cId="3786664139" sldId="256"/>
            <ac:grpSpMk id="2" creationId="{9CEE8CEA-8B9F-3170-C249-EA2B9540EE14}"/>
          </ac:grpSpMkLst>
        </pc:grpChg>
        <pc:grpChg chg="add del mod">
          <ac:chgData name="Kuzmin Gregory" userId="60f5cda76aafd52b" providerId="LiveId" clId="{79894573-6A8D-4BF6-B886-8656FA8C3952}" dt="2023-05-06T04:35:15.025" v="3453" actId="478"/>
          <ac:grpSpMkLst>
            <pc:docMk/>
            <pc:sldMk cId="3786664139" sldId="256"/>
            <ac:grpSpMk id="16" creationId="{90A81415-5751-912E-7D86-31DEA16CC072}"/>
          </ac:grpSpMkLst>
        </pc:grpChg>
        <pc:grpChg chg="add del mod">
          <ac:chgData name="Kuzmin Gregory" userId="60f5cda76aafd52b" providerId="LiveId" clId="{79894573-6A8D-4BF6-B886-8656FA8C3952}" dt="2023-05-06T04:28:15.970" v="3218" actId="478"/>
          <ac:grpSpMkLst>
            <pc:docMk/>
            <pc:sldMk cId="3786664139" sldId="256"/>
            <ac:grpSpMk id="20" creationId="{60D6A616-1BF1-F23C-E9C9-1054FC28FD67}"/>
          </ac:grpSpMkLst>
        </pc:grpChg>
        <pc:grpChg chg="add mod">
          <ac:chgData name="Kuzmin Gregory" userId="60f5cda76aafd52b" providerId="LiveId" clId="{79894573-6A8D-4BF6-B886-8656FA8C3952}" dt="2023-05-06T04:35:18.789" v="3527" actId="1036"/>
          <ac:grpSpMkLst>
            <pc:docMk/>
            <pc:sldMk cId="3786664139" sldId="256"/>
            <ac:grpSpMk id="59" creationId="{679E3D9B-5F61-3A76-730F-E2D981A143B9}"/>
          </ac:grpSpMkLst>
        </pc:grpChg>
        <pc:picChg chg="mod">
          <ac:chgData name="Kuzmin Gregory" userId="60f5cda76aafd52b" providerId="LiveId" clId="{79894573-6A8D-4BF6-B886-8656FA8C3952}" dt="2023-05-05T17:38:19.502" v="1041"/>
          <ac:picMkLst>
            <pc:docMk/>
            <pc:sldMk cId="3786664139" sldId="256"/>
            <ac:picMk id="5" creationId="{ECE994A8-6C39-DFC5-48C4-8D99DB343E0B}"/>
          </ac:picMkLst>
        </pc:picChg>
        <pc:picChg chg="mod">
          <ac:chgData name="Kuzmin Gregory" userId="60f5cda76aafd52b" providerId="LiveId" clId="{79894573-6A8D-4BF6-B886-8656FA8C3952}" dt="2023-05-05T17:39:11.246" v="1148"/>
          <ac:picMkLst>
            <pc:docMk/>
            <pc:sldMk cId="3786664139" sldId="256"/>
            <ac:picMk id="13" creationId="{2D2C4B08-F81A-B482-AB78-7FA39762E701}"/>
          </ac:picMkLst>
        </pc:picChg>
        <pc:picChg chg="mod">
          <ac:chgData name="Kuzmin Gregory" userId="60f5cda76aafd52b" providerId="LiveId" clId="{79894573-6A8D-4BF6-B886-8656FA8C3952}" dt="2023-05-05T17:40:25.643" v="1158"/>
          <ac:picMkLst>
            <pc:docMk/>
            <pc:sldMk cId="3786664139" sldId="256"/>
            <ac:picMk id="17" creationId="{5E0A071C-9DC4-7C9D-F3F6-3E42686932C7}"/>
          </ac:picMkLst>
        </pc:picChg>
        <pc:picChg chg="mod">
          <ac:chgData name="Kuzmin Gregory" userId="60f5cda76aafd52b" providerId="LiveId" clId="{79894573-6A8D-4BF6-B886-8656FA8C3952}" dt="2023-05-06T03:48:37.627" v="1941"/>
          <ac:picMkLst>
            <pc:docMk/>
            <pc:sldMk cId="3786664139" sldId="256"/>
            <ac:picMk id="19" creationId="{2414DFBE-59DC-48AF-4F14-99F0A459E83F}"/>
          </ac:picMkLst>
        </pc:picChg>
        <pc:picChg chg="mod">
          <ac:chgData name="Kuzmin Gregory" userId="60f5cda76aafd52b" providerId="LiveId" clId="{79894573-6A8D-4BF6-B886-8656FA8C3952}" dt="2023-05-05T19:15:08.802" v="1825"/>
          <ac:picMkLst>
            <pc:docMk/>
            <pc:sldMk cId="3786664139" sldId="256"/>
            <ac:picMk id="21" creationId="{C5845A61-71D1-FB5F-48A9-D61370666E97}"/>
          </ac:picMkLst>
        </pc:picChg>
        <pc:picChg chg="mod">
          <ac:chgData name="Kuzmin Gregory" userId="60f5cda76aafd52b" providerId="LiveId" clId="{79894573-6A8D-4BF6-B886-8656FA8C3952}" dt="2023-05-05T17:38:43.625" v="1086"/>
          <ac:picMkLst>
            <pc:docMk/>
            <pc:sldMk cId="3786664139" sldId="256"/>
            <ac:picMk id="26" creationId="{6115E0A5-6730-2A1A-2240-B71BAFED7941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42" creationId="{917AC99D-0649-94AE-6112-AF2222E69EAD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46" creationId="{42B3DD53-6278-4C59-8A40-D75EB4300E6A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48" creationId="{DD3951F5-C0DF-FCC4-052B-EA81E0634A43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49" creationId="{9EFB1CEA-C007-55A9-197F-4AD68ECA8467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50" creationId="{3EDCB05D-73C7-CEFB-ECE6-ED20E63903A0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53" creationId="{93DFF879-C84F-B2C5-BA34-BD2F9E9ACD38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54" creationId="{72EB6668-027D-777A-26C8-0FB8C57F36EE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55" creationId="{7CBEFAC4-F841-BFA9-B09B-270CAA8CB3FE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56" creationId="{05DBD7C0-788D-B71B-E0A0-E4DD156D74BD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57" creationId="{1A495C9D-454F-2E87-DF1B-68EBE1649483}"/>
          </ac:picMkLst>
        </pc:picChg>
        <pc:picChg chg="mod">
          <ac:chgData name="Kuzmin Gregory" userId="60f5cda76aafd52b" providerId="LiveId" clId="{79894573-6A8D-4BF6-B886-8656FA8C3952}" dt="2023-05-06T04:28:16.833" v="3219"/>
          <ac:picMkLst>
            <pc:docMk/>
            <pc:sldMk cId="3786664139" sldId="256"/>
            <ac:picMk id="58" creationId="{4A33755C-5D00-F603-A04F-0FDB3E19FB6E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63" creationId="{D757289B-C909-850C-91B8-BF3555E2E4DB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66" creationId="{C3E9C43B-B74A-6BEA-3A50-5B7CA3AD59D2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68" creationId="{0784E7C0-D773-F76D-70AB-EFA12500D891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70" creationId="{3989C6DE-E51F-094D-E41B-81DBDA1D0338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71" creationId="{4F804FE5-C65A-82DD-E79B-29E04F723862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74" creationId="{3A9B3B1F-6FBB-ADA9-BD22-6AC696BD48B9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75" creationId="{23F8DDF7-2C0B-8666-09D1-2F32602A67EA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77" creationId="{7686DFB5-08A9-D861-7340-E1389D515581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79" creationId="{C64A3907-5C5E-B951-B948-9B317B8CA224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82" creationId="{B31CD374-841F-0198-21CC-3305C7AD3851}"/>
          </ac:picMkLst>
        </pc:picChg>
        <pc:picChg chg="mod">
          <ac:chgData name="Kuzmin Gregory" userId="60f5cda76aafd52b" providerId="LiveId" clId="{79894573-6A8D-4BF6-B886-8656FA8C3952}" dt="2023-05-06T04:35:15.413" v="3454"/>
          <ac:picMkLst>
            <pc:docMk/>
            <pc:sldMk cId="3786664139" sldId="256"/>
            <ac:picMk id="83" creationId="{AFDA4225-8B8F-F3CD-1DEE-A7DDD17CDD47}"/>
          </ac:picMkLst>
        </pc:picChg>
      </pc:sldChg>
      <pc:sldChg chg="addSp delSp modSp mod modTransition">
        <pc:chgData name="Kuzmin Gregory" userId="60f5cda76aafd52b" providerId="LiveId" clId="{79894573-6A8D-4BF6-B886-8656FA8C3952}" dt="2023-05-06T04:35:03.454" v="3452" actId="1037"/>
        <pc:sldMkLst>
          <pc:docMk/>
          <pc:sldMk cId="2456435308" sldId="257"/>
        </pc:sldMkLst>
        <pc:spChg chg="mod topLvl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2" creationId="{A46192B6-5487-E466-9726-37DA95BADFC0}"/>
          </ac:spMkLst>
        </pc:spChg>
        <pc:spChg chg="add del mod">
          <ac:chgData name="Kuzmin Gregory" userId="60f5cda76aafd52b" providerId="LiveId" clId="{79894573-6A8D-4BF6-B886-8656FA8C3952}" dt="2023-05-05T17:10:49.648" v="2"/>
          <ac:spMkLst>
            <pc:docMk/>
            <pc:sldMk cId="2456435308" sldId="257"/>
            <ac:spMk id="4" creationId="{88930582-020C-C88E-17C8-D4DFB7ED320E}"/>
          </ac:spMkLst>
        </pc:spChg>
        <pc:spChg chg="del mod topLvl">
          <ac:chgData name="Kuzmin Gregory" userId="60f5cda76aafd52b" providerId="LiveId" clId="{79894573-6A8D-4BF6-B886-8656FA8C3952}" dt="2023-05-06T04:21:28.853" v="2744" actId="478"/>
          <ac:spMkLst>
            <pc:docMk/>
            <pc:sldMk cId="2456435308" sldId="257"/>
            <ac:spMk id="5" creationId="{73BD4C20-ACEB-8FAE-518A-9EEAA162CF38}"/>
          </ac:spMkLst>
        </pc:spChg>
        <pc:spChg chg="mod">
          <ac:chgData name="Kuzmin Gregory" userId="60f5cda76aafd52b" providerId="LiveId" clId="{79894573-6A8D-4BF6-B886-8656FA8C3952}" dt="2023-05-05T19:14:52.798" v="1752"/>
          <ac:spMkLst>
            <pc:docMk/>
            <pc:sldMk cId="2456435308" sldId="257"/>
            <ac:spMk id="6" creationId="{851C6BCB-41D1-6671-97F9-403A9692B141}"/>
          </ac:spMkLst>
        </pc:spChg>
        <pc:spChg chg="mod">
          <ac:chgData name="Kuzmin Gregory" userId="60f5cda76aafd52b" providerId="LiveId" clId="{79894573-6A8D-4BF6-B886-8656FA8C3952}" dt="2023-05-05T19:14:52.798" v="1752"/>
          <ac:spMkLst>
            <pc:docMk/>
            <pc:sldMk cId="2456435308" sldId="257"/>
            <ac:spMk id="10" creationId="{798AE393-6F24-BD06-3953-DBF4F2FCC39C}"/>
          </ac:spMkLst>
        </pc:spChg>
        <pc:spChg chg="add del mod">
          <ac:chgData name="Kuzmin Gregory" userId="60f5cda76aafd52b" providerId="LiveId" clId="{79894573-6A8D-4BF6-B886-8656FA8C3952}" dt="2023-05-05T17:13:03.302" v="99" actId="478"/>
          <ac:spMkLst>
            <pc:docMk/>
            <pc:sldMk cId="2456435308" sldId="257"/>
            <ac:spMk id="10" creationId="{A2F0556B-C755-AE1D-C684-AD46020394C8}"/>
          </ac:spMkLst>
        </pc:spChg>
        <pc:spChg chg="add del mod topLvl">
          <ac:chgData name="Kuzmin Gregory" userId="60f5cda76aafd52b" providerId="LiveId" clId="{79894573-6A8D-4BF6-B886-8656FA8C3952}" dt="2023-05-06T04:29:09.330" v="3277" actId="478"/>
          <ac:spMkLst>
            <pc:docMk/>
            <pc:sldMk cId="2456435308" sldId="257"/>
            <ac:spMk id="11" creationId="{13ABDE9A-14E9-4001-C516-F40891650D93}"/>
          </ac:spMkLst>
        </pc:spChg>
        <pc:spChg chg="add mod topLvl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2" creationId="{D6FA4DFD-8394-339F-ED5D-256265736E11}"/>
          </ac:spMkLst>
        </pc:spChg>
        <pc:spChg chg="add del mod topLvl">
          <ac:chgData name="Kuzmin Gregory" userId="60f5cda76aafd52b" providerId="LiveId" clId="{79894573-6A8D-4BF6-B886-8656FA8C3952}" dt="2023-05-06T04:20:39.269" v="2718" actId="478"/>
          <ac:spMkLst>
            <pc:docMk/>
            <pc:sldMk cId="2456435308" sldId="257"/>
            <ac:spMk id="14" creationId="{E3493038-A511-F881-BD8E-425E8C2C9B5D}"/>
          </ac:spMkLst>
        </pc:spChg>
        <pc:spChg chg="add del mod topLvl">
          <ac:chgData name="Kuzmin Gregory" userId="60f5cda76aafd52b" providerId="LiveId" clId="{79894573-6A8D-4BF6-B886-8656FA8C3952}" dt="2023-05-06T04:20:40.669" v="2719" actId="478"/>
          <ac:spMkLst>
            <pc:docMk/>
            <pc:sldMk cId="2456435308" sldId="257"/>
            <ac:spMk id="16" creationId="{D8AD84E7-12DD-3403-DC32-9F9BCFC1CF0C}"/>
          </ac:spMkLst>
        </pc:spChg>
        <pc:spChg chg="add del mod topLvl">
          <ac:chgData name="Kuzmin Gregory" userId="60f5cda76aafd52b" providerId="LiveId" clId="{79894573-6A8D-4BF6-B886-8656FA8C3952}" dt="2023-05-06T04:20:41.930" v="2720" actId="478"/>
          <ac:spMkLst>
            <pc:docMk/>
            <pc:sldMk cId="2456435308" sldId="257"/>
            <ac:spMk id="18" creationId="{B2175560-E9F1-A65B-5CAF-20CE521F999B}"/>
          </ac:spMkLst>
        </pc:spChg>
        <pc:spChg chg="add del mod topLvl">
          <ac:chgData name="Kuzmin Gregory" userId="60f5cda76aafd52b" providerId="LiveId" clId="{79894573-6A8D-4BF6-B886-8656FA8C3952}" dt="2023-05-06T04:20:35.600" v="2713" actId="478"/>
          <ac:spMkLst>
            <pc:docMk/>
            <pc:sldMk cId="2456435308" sldId="257"/>
            <ac:spMk id="20" creationId="{0B0C3F30-FB93-CDDB-9422-895E051C6342}"/>
          </ac:spMkLst>
        </pc:spChg>
        <pc:spChg chg="mod">
          <ac:chgData name="Kuzmin Gregory" userId="60f5cda76aafd52b" providerId="LiveId" clId="{79894573-6A8D-4BF6-B886-8656FA8C3952}" dt="2023-05-05T19:14:52.798" v="1752"/>
          <ac:spMkLst>
            <pc:docMk/>
            <pc:sldMk cId="2456435308" sldId="257"/>
            <ac:spMk id="22" creationId="{2C7659B2-EDDB-6979-DD6C-4E07F85DA8FB}"/>
          </ac:spMkLst>
        </pc:spChg>
        <pc:spChg chg="add del mod">
          <ac:chgData name="Kuzmin Gregory" userId="60f5cda76aafd52b" providerId="LiveId" clId="{79894573-6A8D-4BF6-B886-8656FA8C3952}" dt="2023-05-05T17:37:17.795" v="962" actId="478"/>
          <ac:spMkLst>
            <pc:docMk/>
            <pc:sldMk cId="2456435308" sldId="257"/>
            <ac:spMk id="22" creationId="{C27F10CD-3E6E-D545-32E7-5771697B3279}"/>
          </ac:spMkLst>
        </pc:spChg>
        <pc:spChg chg="mod">
          <ac:chgData name="Kuzmin Gregory" userId="60f5cda76aafd52b" providerId="LiveId" clId="{79894573-6A8D-4BF6-B886-8656FA8C3952}" dt="2023-05-05T19:14:52.798" v="1752"/>
          <ac:spMkLst>
            <pc:docMk/>
            <pc:sldMk cId="2456435308" sldId="257"/>
            <ac:spMk id="24" creationId="{C4EC9635-376B-0462-17DC-8D2AEA605CF3}"/>
          </ac:spMkLst>
        </pc:spChg>
        <pc:spChg chg="add mod">
          <ac:chgData name="Kuzmin Gregory" userId="60f5cda76aafd52b" providerId="LiveId" clId="{79894573-6A8D-4BF6-B886-8656FA8C3952}" dt="2023-05-05T17:37:22.998" v="964"/>
          <ac:spMkLst>
            <pc:docMk/>
            <pc:sldMk cId="2456435308" sldId="257"/>
            <ac:spMk id="24" creationId="{C846CD0E-296A-0B08-8EE1-321DF2BFD03F}"/>
          </ac:spMkLst>
        </pc:spChg>
        <pc:spChg chg="mod">
          <ac:chgData name="Kuzmin Gregory" userId="60f5cda76aafd52b" providerId="LiveId" clId="{79894573-6A8D-4BF6-B886-8656FA8C3952}" dt="2023-05-05T19:14:52.798" v="1752"/>
          <ac:spMkLst>
            <pc:docMk/>
            <pc:sldMk cId="2456435308" sldId="257"/>
            <ac:spMk id="26" creationId="{5CD5CA9F-B9EF-4C6D-5835-03936EEF9607}"/>
          </ac:spMkLst>
        </pc:spChg>
        <pc:spChg chg="add mod">
          <ac:chgData name="Kuzmin Gregory" userId="60f5cda76aafd52b" providerId="LiveId" clId="{79894573-6A8D-4BF6-B886-8656FA8C3952}" dt="2023-05-05T17:37:22.998" v="964"/>
          <ac:spMkLst>
            <pc:docMk/>
            <pc:sldMk cId="2456435308" sldId="257"/>
            <ac:spMk id="26" creationId="{B98E4A3C-B5AC-C42F-993D-51E43A7E1270}"/>
          </ac:spMkLst>
        </pc:spChg>
        <pc:spChg chg="add del mod topLvl">
          <ac:chgData name="Kuzmin Gregory" userId="60f5cda76aafd52b" providerId="LiveId" clId="{79894573-6A8D-4BF6-B886-8656FA8C3952}" dt="2023-05-06T04:20:38.884" v="2717" actId="478"/>
          <ac:spMkLst>
            <pc:docMk/>
            <pc:sldMk cId="2456435308" sldId="257"/>
            <ac:spMk id="29" creationId="{493F5017-D60F-D538-325E-AE0CC8B28549}"/>
          </ac:spMkLst>
        </pc:spChg>
        <pc:spChg chg="add del mod topLvl">
          <ac:chgData name="Kuzmin Gregory" userId="60f5cda76aafd52b" providerId="LiveId" clId="{79894573-6A8D-4BF6-B886-8656FA8C3952}" dt="2023-05-06T04:20:37.937" v="2716" actId="478"/>
          <ac:spMkLst>
            <pc:docMk/>
            <pc:sldMk cId="2456435308" sldId="257"/>
            <ac:spMk id="31" creationId="{E294D171-95A1-396A-66AD-C8ED4CA53679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37" creationId="{A4F05AD2-6A3F-13EF-D5BF-0B3D3B4C5C7A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38" creationId="{EE0527D4-F1C4-BC24-3243-CEFBC6E39345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39" creationId="{01A90F79-EF26-9D60-FCF0-1296010CA09B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40" creationId="{26C377E1-63A3-AD42-54CF-9FBECA1DB47D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43" creationId="{A3CD2FFF-B17E-1D60-3D66-9C79F246E118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44" creationId="{E7C2E6BE-228A-9F68-26FF-130C5F3759AE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47" creationId="{EC21DC9F-4D7E-1993-2DD6-7DA9BFEF2D02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48" creationId="{75B6220C-458A-7AB8-7AFB-EC3D13D5AE9B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50" creationId="{5C3AE482-2C6F-5DA4-174C-0E497126C5F2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51" creationId="{E97BAC19-80C1-8279-6CC7-FCD536C2CDBE}"/>
          </ac:spMkLst>
        </pc:spChg>
        <pc:spChg chg="mod">
          <ac:chgData name="Kuzmin Gregory" userId="60f5cda76aafd52b" providerId="LiveId" clId="{79894573-6A8D-4BF6-B886-8656FA8C3952}" dt="2023-05-05T17:42:38.314" v="1400"/>
          <ac:spMkLst>
            <pc:docMk/>
            <pc:sldMk cId="2456435308" sldId="257"/>
            <ac:spMk id="53" creationId="{1284354E-998C-EA60-9E63-33BF20005475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55" creationId="{043510B3-719D-7391-FD68-D0D47BE0D3BB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56" creationId="{CD6181B3-9C5D-0ED4-F3D5-EB7D26FF67E0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57" creationId="{D164C181-E6B5-A259-D68C-43618D4DDAD6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60" creationId="{15FD366D-9F40-1D1C-9BB9-165F6A8389E7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61" creationId="{1DDA04D0-5A01-6352-F41B-DF98C9871BD8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62" creationId="{7299EEF4-A5B3-114E-48F3-968CFBEE03E1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64" creationId="{C63EB5EB-7418-B614-71ED-102D65484B79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65" creationId="{C848C1CF-92B3-BFF5-4499-727537DA4777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68" creationId="{00471A5A-9393-7BEA-370D-F560ADC9B9FB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70" creationId="{DF5E24CC-9271-6460-F8EC-9688085A5175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71" creationId="{D648C577-AA96-3150-CA6E-A636AD97AA1A}"/>
          </ac:spMkLst>
        </pc:spChg>
        <pc:spChg chg="mod">
          <ac:chgData name="Kuzmin Gregory" userId="60f5cda76aafd52b" providerId="LiveId" clId="{79894573-6A8D-4BF6-B886-8656FA8C3952}" dt="2023-05-05T17:43:33.299" v="1483"/>
          <ac:spMkLst>
            <pc:docMk/>
            <pc:sldMk cId="2456435308" sldId="257"/>
            <ac:spMk id="73" creationId="{C149EA30-D564-B0E2-6187-308BA10CB35B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77" creationId="{73F615B2-C65D-BFDB-755C-2DC1ED2EBB00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78" creationId="{8048A60C-9A87-9283-58AA-B030A4DAD271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79" creationId="{67957B45-D631-29DA-D566-2C47508190D6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82" creationId="{92ADE2B5-B20B-FE56-131F-A10EB39CCF6D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83" creationId="{4EC5C518-4471-F684-EEC4-943ECD94C9DE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84" creationId="{3499D775-0A9A-E6ED-8EF2-B0503E7047FB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86" creationId="{984F907E-0BF2-CD3F-C6D8-913C53F1FEF8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87" creationId="{427CD8D0-6610-1D36-BACD-9F838DBC92C5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90" creationId="{53935E99-1292-8E40-7611-7CCF75EDC065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92" creationId="{4252049A-2D24-8F32-D459-9CF6A2D69238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93" creationId="{98798FF8-1FE8-D7DA-EF0E-0938142EFD38}"/>
          </ac:spMkLst>
        </pc:spChg>
        <pc:spChg chg="mod">
          <ac:chgData name="Kuzmin Gregory" userId="60f5cda76aafd52b" providerId="LiveId" clId="{79894573-6A8D-4BF6-B886-8656FA8C3952}" dt="2023-05-05T17:43:41.764" v="1557"/>
          <ac:spMkLst>
            <pc:docMk/>
            <pc:sldMk cId="2456435308" sldId="257"/>
            <ac:spMk id="95" creationId="{A055C2D1-DD8E-D276-7AF4-EC79AEBC8F7D}"/>
          </ac:spMkLst>
        </pc:spChg>
        <pc:spChg chg="mod">
          <ac:chgData name="Kuzmin Gregory" userId="60f5cda76aafd52b" providerId="LiveId" clId="{79894573-6A8D-4BF6-B886-8656FA8C3952}" dt="2023-05-05T19:14:52.798" v="1752"/>
          <ac:spMkLst>
            <pc:docMk/>
            <pc:sldMk cId="2456435308" sldId="257"/>
            <ac:spMk id="98" creationId="{65B02F28-6929-EC5F-EEE0-F56A88FE7DC8}"/>
          </ac:spMkLst>
        </pc:spChg>
        <pc:spChg chg="mod">
          <ac:chgData name="Kuzmin Gregory" userId="60f5cda76aafd52b" providerId="LiveId" clId="{79894573-6A8D-4BF6-B886-8656FA8C3952}" dt="2023-05-05T19:14:52.798" v="1752"/>
          <ac:spMkLst>
            <pc:docMk/>
            <pc:sldMk cId="2456435308" sldId="257"/>
            <ac:spMk id="99" creationId="{D7DBD5A6-3BD0-9170-8086-CDBD6C0D6406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03" creationId="{1CC70CFD-4454-0B95-2A83-6F94EBFD0B02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04" creationId="{08597FA2-96C2-4EC9-76FB-0143EB974A46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05" creationId="{FEA47146-499D-0C9E-64FE-F2E45597C053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06" creationId="{0081BC22-10DB-56AE-FC05-FAA876985968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07" creationId="{1CF14F94-69F9-57C0-639A-0F4096504A00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08" creationId="{42DDD499-9857-AC66-A5AC-727A8D2E8EC1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09" creationId="{F26BCF57-052C-9593-BBD2-71AE688C2CCD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10" creationId="{940A459D-0297-D8E7-8395-3D2C97D9501B}"/>
          </ac:spMkLst>
        </pc:spChg>
        <pc:spChg chg="mod">
          <ac:chgData name="Kuzmin Gregory" userId="60f5cda76aafd52b" providerId="LiveId" clId="{79894573-6A8D-4BF6-B886-8656FA8C3952}" dt="2023-05-06T03:50:02.364" v="1954"/>
          <ac:spMkLst>
            <pc:docMk/>
            <pc:sldMk cId="2456435308" sldId="257"/>
            <ac:spMk id="111" creationId="{02C17159-5C2D-A052-F24E-934AD802599B}"/>
          </ac:spMkLst>
        </pc:spChg>
        <pc:spChg chg="add mod topLvl">
          <ac:chgData name="Kuzmin Gregory" userId="60f5cda76aafd52b" providerId="LiveId" clId="{79894573-6A8D-4BF6-B886-8656FA8C3952}" dt="2023-05-06T04:35:03.454" v="3452" actId="1037"/>
          <ac:spMkLst>
            <pc:docMk/>
            <pc:sldMk cId="2456435308" sldId="257"/>
            <ac:spMk id="112" creationId="{C833B5F6-A015-1AE1-A03D-0279A4A1004E}"/>
          </ac:spMkLst>
        </pc:spChg>
        <pc:spChg chg="add mod topLvl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16" creationId="{A83C7990-BE7C-E1E5-114F-9C54A0ED45A1}"/>
          </ac:spMkLst>
        </pc:spChg>
        <pc:spChg chg="add del mod topLvl">
          <ac:chgData name="Kuzmin Gregory" userId="60f5cda76aafd52b" providerId="LiveId" clId="{79894573-6A8D-4BF6-B886-8656FA8C3952}" dt="2023-05-06T04:29:06.100" v="3275" actId="478"/>
          <ac:spMkLst>
            <pc:docMk/>
            <pc:sldMk cId="2456435308" sldId="257"/>
            <ac:spMk id="125" creationId="{28BC790B-AE00-5103-C85F-13F3BFD5589B}"/>
          </ac:spMkLst>
        </pc:spChg>
        <pc:spChg chg="add del mod topLvl">
          <ac:chgData name="Kuzmin Gregory" userId="60f5cda76aafd52b" providerId="LiveId" clId="{79894573-6A8D-4BF6-B886-8656FA8C3952}" dt="2023-05-06T04:29:04.916" v="3274" actId="478"/>
          <ac:spMkLst>
            <pc:docMk/>
            <pc:sldMk cId="2456435308" sldId="257"/>
            <ac:spMk id="126" creationId="{4C85077D-DF5B-9B33-4AEF-617017904A18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40" creationId="{98241C2A-D768-165B-6532-308FDF79F334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41" creationId="{238091A6-63F7-7423-DB4F-1B96E2363EE8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42" creationId="{001A5872-1B96-B7B0-BFA0-FC5E1E4C586A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45" creationId="{F7F29945-A9A5-0CA9-7114-49322F1D9B0C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46" creationId="{E761715F-49B3-6860-947F-B942B32C528B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47" creationId="{448BC259-E99A-78B6-21FE-7CB72BB29390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48" creationId="{63CBE601-40FB-BFB8-CF5B-48B353F53F10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50" creationId="{F819A9C4-C9AB-B6D8-A184-30A15E3A447E}"/>
          </ac:spMkLst>
        </pc:spChg>
        <pc:spChg chg="add mod">
          <ac:chgData name="Kuzmin Gregory" userId="60f5cda76aafd52b" providerId="LiveId" clId="{79894573-6A8D-4BF6-B886-8656FA8C3952}" dt="2023-05-06T04:34:47.941" v="3442" actId="164"/>
          <ac:spMkLst>
            <pc:docMk/>
            <pc:sldMk cId="2456435308" sldId="257"/>
            <ac:spMk id="151" creationId="{38053682-ACA7-E4C9-6B83-0EB54386BC91}"/>
          </ac:spMkLst>
        </pc:spChg>
        <pc:grpChg chg="add mod">
          <ac:chgData name="Kuzmin Gregory" userId="60f5cda76aafd52b" providerId="LiveId" clId="{79894573-6A8D-4BF6-B886-8656FA8C3952}" dt="2023-05-05T19:14:56.536" v="1824" actId="1035"/>
          <ac:grpSpMkLst>
            <pc:docMk/>
            <pc:sldMk cId="2456435308" sldId="257"/>
            <ac:grpSpMk id="4" creationId="{64C0A4D5-C43C-74D4-8A15-E726BA7B8C1A}"/>
          </ac:grpSpMkLst>
        </pc:grpChg>
        <pc:grpChg chg="add del mod ord">
          <ac:chgData name="Kuzmin Gregory" userId="60f5cda76aafd52b" providerId="LiveId" clId="{79894573-6A8D-4BF6-B886-8656FA8C3952}" dt="2023-05-06T04:18:12.541" v="2679" actId="165"/>
          <ac:grpSpMkLst>
            <pc:docMk/>
            <pc:sldMk cId="2456435308" sldId="257"/>
            <ac:grpSpMk id="33" creationId="{A753F6B9-CE77-2E6A-2B38-6753D383D631}"/>
          </ac:grpSpMkLst>
        </pc:grpChg>
        <pc:grpChg chg="add mod">
          <ac:chgData name="Kuzmin Gregory" userId="60f5cda76aafd52b" providerId="LiveId" clId="{79894573-6A8D-4BF6-B886-8656FA8C3952}" dt="2023-05-05T17:42:42.782" v="1480" actId="1035"/>
          <ac:grpSpMkLst>
            <pc:docMk/>
            <pc:sldMk cId="2456435308" sldId="257"/>
            <ac:grpSpMk id="36" creationId="{45DB74F0-495C-2E45-AC77-EBE3469F8B4B}"/>
          </ac:grpSpMkLst>
        </pc:grpChg>
        <pc:grpChg chg="mod">
          <ac:chgData name="Kuzmin Gregory" userId="60f5cda76aafd52b" providerId="LiveId" clId="{79894573-6A8D-4BF6-B886-8656FA8C3952}" dt="2023-05-05T17:42:38.314" v="1400"/>
          <ac:grpSpMkLst>
            <pc:docMk/>
            <pc:sldMk cId="2456435308" sldId="257"/>
            <ac:grpSpMk id="45" creationId="{1B83936C-9370-0756-E11B-F27E378107D4}"/>
          </ac:grpSpMkLst>
        </pc:grpChg>
        <pc:grpChg chg="mod">
          <ac:chgData name="Kuzmin Gregory" userId="60f5cda76aafd52b" providerId="LiveId" clId="{79894573-6A8D-4BF6-B886-8656FA8C3952}" dt="2023-05-05T17:42:38.314" v="1400"/>
          <ac:grpSpMkLst>
            <pc:docMk/>
            <pc:sldMk cId="2456435308" sldId="257"/>
            <ac:grpSpMk id="46" creationId="{5339E235-67F7-3104-B1B1-DE776DB50A99}"/>
          </ac:grpSpMkLst>
        </pc:grpChg>
        <pc:grpChg chg="add mod">
          <ac:chgData name="Kuzmin Gregory" userId="60f5cda76aafd52b" providerId="LiveId" clId="{79894573-6A8D-4BF6-B886-8656FA8C3952}" dt="2023-05-05T17:43:36.816" v="1556" actId="1035"/>
          <ac:grpSpMkLst>
            <pc:docMk/>
            <pc:sldMk cId="2456435308" sldId="257"/>
            <ac:grpSpMk id="54" creationId="{4CE85748-0746-354D-2450-B7EA8E5C2087}"/>
          </ac:grpSpMkLst>
        </pc:grpChg>
        <pc:grpChg chg="mod">
          <ac:chgData name="Kuzmin Gregory" userId="60f5cda76aafd52b" providerId="LiveId" clId="{79894573-6A8D-4BF6-B886-8656FA8C3952}" dt="2023-05-05T17:43:33.299" v="1483"/>
          <ac:grpSpMkLst>
            <pc:docMk/>
            <pc:sldMk cId="2456435308" sldId="257"/>
            <ac:grpSpMk id="63" creationId="{8DB886CC-6BA7-3E98-475F-70C3A96EA682}"/>
          </ac:grpSpMkLst>
        </pc:grpChg>
        <pc:grpChg chg="mod">
          <ac:chgData name="Kuzmin Gregory" userId="60f5cda76aafd52b" providerId="LiveId" clId="{79894573-6A8D-4BF6-B886-8656FA8C3952}" dt="2023-05-05T17:43:33.299" v="1483"/>
          <ac:grpSpMkLst>
            <pc:docMk/>
            <pc:sldMk cId="2456435308" sldId="257"/>
            <ac:grpSpMk id="66" creationId="{120507AD-2361-1EA0-7210-7DBC15736AA6}"/>
          </ac:grpSpMkLst>
        </pc:grpChg>
        <pc:grpChg chg="mod">
          <ac:chgData name="Kuzmin Gregory" userId="60f5cda76aafd52b" providerId="LiveId" clId="{79894573-6A8D-4BF6-B886-8656FA8C3952}" dt="2023-05-05T17:43:33.299" v="1483"/>
          <ac:grpSpMkLst>
            <pc:docMk/>
            <pc:sldMk cId="2456435308" sldId="257"/>
            <ac:grpSpMk id="67" creationId="{CB291641-9CC3-A84C-CB7C-C8A1339D5B3E}"/>
          </ac:grpSpMkLst>
        </pc:grpChg>
        <pc:grpChg chg="add mod">
          <ac:chgData name="Kuzmin Gregory" userId="60f5cda76aafd52b" providerId="LiveId" clId="{79894573-6A8D-4BF6-B886-8656FA8C3952}" dt="2023-05-05T17:43:44.804" v="1627" actId="1035"/>
          <ac:grpSpMkLst>
            <pc:docMk/>
            <pc:sldMk cId="2456435308" sldId="257"/>
            <ac:grpSpMk id="76" creationId="{68B30920-7103-2546-BD49-5DFD30C3E3B4}"/>
          </ac:grpSpMkLst>
        </pc:grpChg>
        <pc:grpChg chg="mod">
          <ac:chgData name="Kuzmin Gregory" userId="60f5cda76aafd52b" providerId="LiveId" clId="{79894573-6A8D-4BF6-B886-8656FA8C3952}" dt="2023-05-05T17:43:41.764" v="1557"/>
          <ac:grpSpMkLst>
            <pc:docMk/>
            <pc:sldMk cId="2456435308" sldId="257"/>
            <ac:grpSpMk id="85" creationId="{00FD20AA-74AF-635B-BF08-444345AAB00D}"/>
          </ac:grpSpMkLst>
        </pc:grpChg>
        <pc:grpChg chg="mod">
          <ac:chgData name="Kuzmin Gregory" userId="60f5cda76aafd52b" providerId="LiveId" clId="{79894573-6A8D-4BF6-B886-8656FA8C3952}" dt="2023-05-05T17:43:41.764" v="1557"/>
          <ac:grpSpMkLst>
            <pc:docMk/>
            <pc:sldMk cId="2456435308" sldId="257"/>
            <ac:grpSpMk id="88" creationId="{41C328F5-E2C7-115C-E34D-73004B84CF0E}"/>
          </ac:grpSpMkLst>
        </pc:grpChg>
        <pc:grpChg chg="mod">
          <ac:chgData name="Kuzmin Gregory" userId="60f5cda76aafd52b" providerId="LiveId" clId="{79894573-6A8D-4BF6-B886-8656FA8C3952}" dt="2023-05-05T17:43:41.764" v="1557"/>
          <ac:grpSpMkLst>
            <pc:docMk/>
            <pc:sldMk cId="2456435308" sldId="257"/>
            <ac:grpSpMk id="89" creationId="{6A5B51CE-D6E1-015D-04AA-5CBDD1A965AB}"/>
          </ac:grpSpMkLst>
        </pc:grpChg>
        <pc:grpChg chg="add mod">
          <ac:chgData name="Kuzmin Gregory" userId="60f5cda76aafd52b" providerId="LiveId" clId="{79894573-6A8D-4BF6-B886-8656FA8C3952}" dt="2023-05-06T03:50:06.059" v="2029" actId="1035"/>
          <ac:grpSpMkLst>
            <pc:docMk/>
            <pc:sldMk cId="2456435308" sldId="257"/>
            <ac:grpSpMk id="102" creationId="{C8F8ADF9-B819-915B-233A-14C1945DD6E9}"/>
          </ac:grpSpMkLst>
        </pc:grpChg>
        <pc:grpChg chg="add del mod">
          <ac:chgData name="Kuzmin Gregory" userId="60f5cda76aafd52b" providerId="LiveId" clId="{79894573-6A8D-4BF6-B886-8656FA8C3952}" dt="2023-05-06T04:28:42.295" v="3272" actId="165"/>
          <ac:grpSpMkLst>
            <pc:docMk/>
            <pc:sldMk cId="2456435308" sldId="257"/>
            <ac:grpSpMk id="139" creationId="{101E3F1B-ADC7-2A4F-F0C4-C00D615AD05C}"/>
          </ac:grpSpMkLst>
        </pc:grpChg>
        <pc:grpChg chg="add mod">
          <ac:chgData name="Kuzmin Gregory" userId="60f5cda76aafd52b" providerId="LiveId" clId="{79894573-6A8D-4BF6-B886-8656FA8C3952}" dt="2023-05-06T04:34:47.941" v="3442" actId="164"/>
          <ac:grpSpMkLst>
            <pc:docMk/>
            <pc:sldMk cId="2456435308" sldId="257"/>
            <ac:grpSpMk id="152" creationId="{05E7FAB3-0339-DD7D-434B-B0387A1F5260}"/>
          </ac:grpSpMkLst>
        </pc:grpChg>
        <pc:picChg chg="mod ord">
          <ac:chgData name="Kuzmin Gregory" userId="60f5cda76aafd52b" providerId="LiveId" clId="{79894573-6A8D-4BF6-B886-8656FA8C3952}" dt="2023-05-06T04:33:32.583" v="3423" actId="1076"/>
          <ac:picMkLst>
            <pc:docMk/>
            <pc:sldMk cId="2456435308" sldId="257"/>
            <ac:picMk id="7" creationId="{A665A490-DDE5-61E4-B346-B46EAD6E2995}"/>
          </ac:picMkLst>
        </pc:picChg>
        <pc:picChg chg="add del mod topLvl">
          <ac:chgData name="Kuzmin Gregory" userId="60f5cda76aafd52b" providerId="LiveId" clId="{79894573-6A8D-4BF6-B886-8656FA8C3952}" dt="2023-05-06T04:29:06.786" v="3276" actId="478"/>
          <ac:picMkLst>
            <pc:docMk/>
            <pc:sldMk cId="2456435308" sldId="257"/>
            <ac:picMk id="8" creationId="{B3F5C393-B0C1-6440-92DA-9EDD2D5770E5}"/>
          </ac:picMkLst>
        </pc:picChg>
        <pc:picChg chg="mod">
          <ac:chgData name="Kuzmin Gregory" userId="60f5cda76aafd52b" providerId="LiveId" clId="{79894573-6A8D-4BF6-B886-8656FA8C3952}" dt="2023-05-05T17:39:16.621" v="1149"/>
          <ac:picMkLst>
            <pc:docMk/>
            <pc:sldMk cId="2456435308" sldId="257"/>
            <ac:picMk id="13" creationId="{2D2C4B08-F81A-B482-AB78-7FA39762E701}"/>
          </ac:picMkLst>
        </pc:picChg>
        <pc:picChg chg="mod">
          <ac:chgData name="Kuzmin Gregory" userId="60f5cda76aafd52b" providerId="LiveId" clId="{79894573-6A8D-4BF6-B886-8656FA8C3952}" dt="2023-05-05T17:41:29.436" v="1371"/>
          <ac:picMkLst>
            <pc:docMk/>
            <pc:sldMk cId="2456435308" sldId="257"/>
            <ac:picMk id="17" creationId="{5E0A071C-9DC4-7C9D-F3F6-3E42686932C7}"/>
          </ac:picMkLst>
        </pc:picChg>
        <pc:picChg chg="mod">
          <ac:chgData name="Kuzmin Gregory" userId="60f5cda76aafd52b" providerId="LiveId" clId="{79894573-6A8D-4BF6-B886-8656FA8C3952}" dt="2023-05-06T03:48:53.242" v="1942"/>
          <ac:picMkLst>
            <pc:docMk/>
            <pc:sldMk cId="2456435308" sldId="257"/>
            <ac:picMk id="19" creationId="{2414DFBE-59DC-48AF-4F14-99F0A459E83F}"/>
          </ac:picMkLst>
        </pc:picChg>
        <pc:picChg chg="mod">
          <ac:chgData name="Kuzmin Gregory" userId="60f5cda76aafd52b" providerId="LiveId" clId="{79894573-6A8D-4BF6-B886-8656FA8C3952}" dt="2023-05-05T19:15:15.336" v="1826"/>
          <ac:picMkLst>
            <pc:docMk/>
            <pc:sldMk cId="2456435308" sldId="257"/>
            <ac:picMk id="21" creationId="{C5845A61-71D1-FB5F-48A9-D61370666E97}"/>
          </ac:picMkLst>
        </pc:picChg>
        <pc:picChg chg="mod">
          <ac:chgData name="Kuzmin Gregory" userId="60f5cda76aafd52b" providerId="LiveId" clId="{79894573-6A8D-4BF6-B886-8656FA8C3952}" dt="2023-05-05T17:42:38.314" v="1400"/>
          <ac:picMkLst>
            <pc:docMk/>
            <pc:sldMk cId="2456435308" sldId="257"/>
            <ac:picMk id="41" creationId="{5108933C-25FE-D7A0-1ECB-10B27375FB4F}"/>
          </ac:picMkLst>
        </pc:picChg>
        <pc:picChg chg="mod">
          <ac:chgData name="Kuzmin Gregory" userId="60f5cda76aafd52b" providerId="LiveId" clId="{79894573-6A8D-4BF6-B886-8656FA8C3952}" dt="2023-05-05T17:42:38.314" v="1400"/>
          <ac:picMkLst>
            <pc:docMk/>
            <pc:sldMk cId="2456435308" sldId="257"/>
            <ac:picMk id="42" creationId="{C549511A-E748-210D-DF30-9025114FBC6E}"/>
          </ac:picMkLst>
        </pc:picChg>
        <pc:picChg chg="mod">
          <ac:chgData name="Kuzmin Gregory" userId="60f5cda76aafd52b" providerId="LiveId" clId="{79894573-6A8D-4BF6-B886-8656FA8C3952}" dt="2023-05-05T17:42:38.314" v="1400"/>
          <ac:picMkLst>
            <pc:docMk/>
            <pc:sldMk cId="2456435308" sldId="257"/>
            <ac:picMk id="49" creationId="{AE8821BC-52FA-85F4-B0AB-EEA138340BC0}"/>
          </ac:picMkLst>
        </pc:picChg>
        <pc:picChg chg="mod">
          <ac:chgData name="Kuzmin Gregory" userId="60f5cda76aafd52b" providerId="LiveId" clId="{79894573-6A8D-4BF6-B886-8656FA8C3952}" dt="2023-05-05T17:42:38.314" v="1400"/>
          <ac:picMkLst>
            <pc:docMk/>
            <pc:sldMk cId="2456435308" sldId="257"/>
            <ac:picMk id="52" creationId="{63ED13B7-C241-2BD7-4265-6DF92DE2FA33}"/>
          </ac:picMkLst>
        </pc:picChg>
        <pc:picChg chg="mod">
          <ac:chgData name="Kuzmin Gregory" userId="60f5cda76aafd52b" providerId="LiveId" clId="{79894573-6A8D-4BF6-B886-8656FA8C3952}" dt="2023-05-05T17:43:33.299" v="1483"/>
          <ac:picMkLst>
            <pc:docMk/>
            <pc:sldMk cId="2456435308" sldId="257"/>
            <ac:picMk id="58" creationId="{DF580B95-8A10-703A-817C-4A5867100332}"/>
          </ac:picMkLst>
        </pc:picChg>
        <pc:picChg chg="mod">
          <ac:chgData name="Kuzmin Gregory" userId="60f5cda76aafd52b" providerId="LiveId" clId="{79894573-6A8D-4BF6-B886-8656FA8C3952}" dt="2023-05-05T17:43:33.299" v="1483"/>
          <ac:picMkLst>
            <pc:docMk/>
            <pc:sldMk cId="2456435308" sldId="257"/>
            <ac:picMk id="59" creationId="{B568E7E7-A4F6-EBBB-FA0C-EC62FA2AD9DC}"/>
          </ac:picMkLst>
        </pc:picChg>
        <pc:picChg chg="mod">
          <ac:chgData name="Kuzmin Gregory" userId="60f5cda76aafd52b" providerId="LiveId" clId="{79894573-6A8D-4BF6-B886-8656FA8C3952}" dt="2023-05-05T17:43:33.299" v="1483"/>
          <ac:picMkLst>
            <pc:docMk/>
            <pc:sldMk cId="2456435308" sldId="257"/>
            <ac:picMk id="69" creationId="{DB17A5A0-0B3B-71AA-31D0-1345448F408A}"/>
          </ac:picMkLst>
        </pc:picChg>
        <pc:picChg chg="mod">
          <ac:chgData name="Kuzmin Gregory" userId="60f5cda76aafd52b" providerId="LiveId" clId="{79894573-6A8D-4BF6-B886-8656FA8C3952}" dt="2023-05-05T17:43:33.299" v="1483"/>
          <ac:picMkLst>
            <pc:docMk/>
            <pc:sldMk cId="2456435308" sldId="257"/>
            <ac:picMk id="72" creationId="{6FF559A2-DE26-D2EF-E8DA-AB8D9619405A}"/>
          </ac:picMkLst>
        </pc:picChg>
        <pc:picChg chg="mod">
          <ac:chgData name="Kuzmin Gregory" userId="60f5cda76aafd52b" providerId="LiveId" clId="{79894573-6A8D-4BF6-B886-8656FA8C3952}" dt="2023-05-05T17:43:33.299" v="1483"/>
          <ac:picMkLst>
            <pc:docMk/>
            <pc:sldMk cId="2456435308" sldId="257"/>
            <ac:picMk id="74" creationId="{94B9E35D-CEC6-2E34-6007-A3D0EEDC37C3}"/>
          </ac:picMkLst>
        </pc:picChg>
        <pc:picChg chg="mod">
          <ac:chgData name="Kuzmin Gregory" userId="60f5cda76aafd52b" providerId="LiveId" clId="{79894573-6A8D-4BF6-B886-8656FA8C3952}" dt="2023-05-05T17:43:33.299" v="1483"/>
          <ac:picMkLst>
            <pc:docMk/>
            <pc:sldMk cId="2456435308" sldId="257"/>
            <ac:picMk id="75" creationId="{DEDEB136-B6B9-3D3E-46ED-6CE14A06E0BF}"/>
          </ac:picMkLst>
        </pc:picChg>
        <pc:picChg chg="mod">
          <ac:chgData name="Kuzmin Gregory" userId="60f5cda76aafd52b" providerId="LiveId" clId="{79894573-6A8D-4BF6-B886-8656FA8C3952}" dt="2023-05-05T17:43:41.764" v="1557"/>
          <ac:picMkLst>
            <pc:docMk/>
            <pc:sldMk cId="2456435308" sldId="257"/>
            <ac:picMk id="80" creationId="{136C343E-87DD-5240-1F51-124175DE267C}"/>
          </ac:picMkLst>
        </pc:picChg>
        <pc:picChg chg="mod">
          <ac:chgData name="Kuzmin Gregory" userId="60f5cda76aafd52b" providerId="LiveId" clId="{79894573-6A8D-4BF6-B886-8656FA8C3952}" dt="2023-05-05T17:43:41.764" v="1557"/>
          <ac:picMkLst>
            <pc:docMk/>
            <pc:sldMk cId="2456435308" sldId="257"/>
            <ac:picMk id="81" creationId="{6D7F3989-29FF-CC19-03B3-EC5E9E90031D}"/>
          </ac:picMkLst>
        </pc:picChg>
        <pc:picChg chg="mod">
          <ac:chgData name="Kuzmin Gregory" userId="60f5cda76aafd52b" providerId="LiveId" clId="{79894573-6A8D-4BF6-B886-8656FA8C3952}" dt="2023-05-05T17:43:41.764" v="1557"/>
          <ac:picMkLst>
            <pc:docMk/>
            <pc:sldMk cId="2456435308" sldId="257"/>
            <ac:picMk id="91" creationId="{B73F649A-A046-4417-D3E6-E29C855F3E0C}"/>
          </ac:picMkLst>
        </pc:picChg>
        <pc:picChg chg="mod">
          <ac:chgData name="Kuzmin Gregory" userId="60f5cda76aafd52b" providerId="LiveId" clId="{79894573-6A8D-4BF6-B886-8656FA8C3952}" dt="2023-05-05T17:43:41.764" v="1557"/>
          <ac:picMkLst>
            <pc:docMk/>
            <pc:sldMk cId="2456435308" sldId="257"/>
            <ac:picMk id="94" creationId="{2AD6CDA6-6522-9BEF-8FAF-A93BA66C3824}"/>
          </ac:picMkLst>
        </pc:picChg>
        <pc:picChg chg="mod">
          <ac:chgData name="Kuzmin Gregory" userId="60f5cda76aafd52b" providerId="LiveId" clId="{79894573-6A8D-4BF6-B886-8656FA8C3952}" dt="2023-05-05T17:43:41.764" v="1557"/>
          <ac:picMkLst>
            <pc:docMk/>
            <pc:sldMk cId="2456435308" sldId="257"/>
            <ac:picMk id="96" creationId="{E40ADB13-F1DD-FC0C-57DD-1C9F8F778C49}"/>
          </ac:picMkLst>
        </pc:picChg>
        <pc:picChg chg="mod">
          <ac:chgData name="Kuzmin Gregory" userId="60f5cda76aafd52b" providerId="LiveId" clId="{79894573-6A8D-4BF6-B886-8656FA8C3952}" dt="2023-05-05T17:43:41.764" v="1557"/>
          <ac:picMkLst>
            <pc:docMk/>
            <pc:sldMk cId="2456435308" sldId="257"/>
            <ac:picMk id="97" creationId="{A616D27C-8947-1E28-CE42-C95CA8E77DA5}"/>
          </ac:picMkLst>
        </pc:picChg>
        <pc:picChg chg="mod">
          <ac:chgData name="Kuzmin Gregory" userId="60f5cda76aafd52b" providerId="LiveId" clId="{79894573-6A8D-4BF6-B886-8656FA8C3952}" dt="2023-05-05T19:14:52.798" v="1752"/>
          <ac:picMkLst>
            <pc:docMk/>
            <pc:sldMk cId="2456435308" sldId="257"/>
            <ac:picMk id="100" creationId="{5CDC509B-5E0E-EE79-39F1-5066E668C0AC}"/>
          </ac:picMkLst>
        </pc:picChg>
        <pc:picChg chg="mod">
          <ac:chgData name="Kuzmin Gregory" userId="60f5cda76aafd52b" providerId="LiveId" clId="{79894573-6A8D-4BF6-B886-8656FA8C3952}" dt="2023-05-05T19:14:52.798" v="1752"/>
          <ac:picMkLst>
            <pc:docMk/>
            <pc:sldMk cId="2456435308" sldId="257"/>
            <ac:picMk id="101" creationId="{92852EA3-07CD-D9CF-F841-A54A0F43E1CF}"/>
          </ac:picMkLst>
        </pc:picChg>
        <pc:picChg chg="add del mod">
          <ac:chgData name="Kuzmin Gregory" userId="60f5cda76aafd52b" providerId="LiveId" clId="{79894573-6A8D-4BF6-B886-8656FA8C3952}" dt="2023-05-06T04:24:28.046" v="2839" actId="478"/>
          <ac:picMkLst>
            <pc:docMk/>
            <pc:sldMk cId="2456435308" sldId="257"/>
            <ac:picMk id="113" creationId="{93D931CD-FDAB-787E-6C10-071AB0BF00E0}"/>
          </ac:picMkLst>
        </pc:picChg>
        <pc:picChg chg="add mo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14" creationId="{BFB558CF-9134-D457-7785-EEC5938B59D4}"/>
          </ac:picMkLst>
        </pc:picChg>
        <pc:picChg chg="add del mod">
          <ac:chgData name="Kuzmin Gregory" userId="60f5cda76aafd52b" providerId="LiveId" clId="{79894573-6A8D-4BF6-B886-8656FA8C3952}" dt="2023-05-06T04:19:34.941" v="2706" actId="478"/>
          <ac:picMkLst>
            <pc:docMk/>
            <pc:sldMk cId="2456435308" sldId="257"/>
            <ac:picMk id="115" creationId="{6327E95C-AC69-CA4C-8BF4-55A0A8D94AA6}"/>
          </ac:picMkLst>
        </pc:picChg>
        <pc:picChg chg="add del mod">
          <ac:chgData name="Kuzmin Gregory" userId="60f5cda76aafd52b" providerId="LiveId" clId="{79894573-6A8D-4BF6-B886-8656FA8C3952}" dt="2023-05-06T04:22:19.244" v="2757" actId="478"/>
          <ac:picMkLst>
            <pc:docMk/>
            <pc:sldMk cId="2456435308" sldId="257"/>
            <ac:picMk id="118" creationId="{7CB44C0C-CD9F-7D51-4E7C-669DAD100158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20" creationId="{2B2E8E7F-BA47-A1C5-D623-C284588FA3E5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22" creationId="{E9E5C055-131D-98B3-4D03-99C42846A121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24" creationId="{587D5172-F689-3529-19EB-2452FB03EA95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28" creationId="{1DD6436D-6723-5682-40F2-EE162271057E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30" creationId="{AEFBC451-7C02-8A39-F0FC-764243C71D4F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32" creationId="{B11929C2-EB5E-1A9E-E8A0-1DFB10F5B8AD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34" creationId="{870D9981-1B4C-D221-7BA5-E17A69F4DCEB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36" creationId="{38E1B6D0-A625-A4F0-7E65-E811BBCAE628}"/>
          </ac:picMkLst>
        </pc:picChg>
        <pc:picChg chg="add mod ord topLvl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38" creationId="{54545E91-C58B-5AD2-1826-16187B0538D8}"/>
          </ac:picMkLst>
        </pc:picChg>
        <pc:picChg chg="add mod">
          <ac:chgData name="Kuzmin Gregory" userId="60f5cda76aafd52b" providerId="LiveId" clId="{79894573-6A8D-4BF6-B886-8656FA8C3952}" dt="2023-05-06T04:34:47.941" v="3442" actId="164"/>
          <ac:picMkLst>
            <pc:docMk/>
            <pc:sldMk cId="2456435308" sldId="257"/>
            <ac:picMk id="144" creationId="{B01ABF34-7D76-FFF2-77C2-6F31237E5C15}"/>
          </ac:picMkLst>
        </pc:picChg>
        <pc:picChg chg="add del mod">
          <ac:chgData name="Kuzmin Gregory" userId="60f5cda76aafd52b" providerId="LiveId" clId="{79894573-6A8D-4BF6-B886-8656FA8C3952}" dt="2023-05-06T04:33:35.842" v="3424" actId="478"/>
          <ac:picMkLst>
            <pc:docMk/>
            <pc:sldMk cId="2456435308" sldId="257"/>
            <ac:picMk id="149" creationId="{A1A3E361-11E5-400D-53BF-D9FC89CB4A94}"/>
          </ac:picMkLst>
        </pc:picChg>
      </pc:sldChg>
      <pc:sldChg chg="addSp delSp modSp add mod modTransition">
        <pc:chgData name="Kuzmin Gregory" userId="60f5cda76aafd52b" providerId="LiveId" clId="{79894573-6A8D-4BF6-B886-8656FA8C3952}" dt="2023-05-06T04:35:25.863" v="3601" actId="1036"/>
        <pc:sldMkLst>
          <pc:docMk/>
          <pc:sldMk cId="330716" sldId="258"/>
        </pc:sldMkLst>
        <pc:spChg chg="mod">
          <ac:chgData name="Kuzmin Gregory" userId="60f5cda76aafd52b" providerId="LiveId" clId="{79894573-6A8D-4BF6-B886-8656FA8C3952}" dt="2023-05-05T17:41:52.547" v="1372" actId="164"/>
          <ac:spMkLst>
            <pc:docMk/>
            <pc:sldMk cId="330716" sldId="258"/>
            <ac:spMk id="2" creationId="{A46192B6-5487-E466-9726-37DA95BADFC0}"/>
          </ac:spMkLst>
        </pc:spChg>
        <pc:spChg chg="add mod">
          <ac:chgData name="Kuzmin Gregory" userId="60f5cda76aafd52b" providerId="LiveId" clId="{79894573-6A8D-4BF6-B886-8656FA8C3952}" dt="2023-05-05T17:29:41.315" v="737"/>
          <ac:spMkLst>
            <pc:docMk/>
            <pc:sldMk cId="330716" sldId="258"/>
            <ac:spMk id="4" creationId="{A4946AB5-A24C-B76D-1D06-44ABD7DBB563}"/>
          </ac:spMkLst>
        </pc:spChg>
        <pc:spChg chg="mod">
          <ac:chgData name="Kuzmin Gregory" userId="60f5cda76aafd52b" providerId="LiveId" clId="{79894573-6A8D-4BF6-B886-8656FA8C3952}" dt="2023-05-05T17:41:52.547" v="1372" actId="164"/>
          <ac:spMkLst>
            <pc:docMk/>
            <pc:sldMk cId="330716" sldId="258"/>
            <ac:spMk id="5" creationId="{73BD4C20-ACEB-8FAE-518A-9EEAA162CF38}"/>
          </ac:spMkLst>
        </pc:spChg>
        <pc:spChg chg="add mod">
          <ac:chgData name="Kuzmin Gregory" userId="60f5cda76aafd52b" providerId="LiveId" clId="{79894573-6A8D-4BF6-B886-8656FA8C3952}" dt="2023-05-05T17:29:59.338" v="740"/>
          <ac:spMkLst>
            <pc:docMk/>
            <pc:sldMk cId="330716" sldId="258"/>
            <ac:spMk id="6" creationId="{5A2235DF-E9C0-E0A3-4F37-3C9EBC290F63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8" creationId="{C1508CBA-CD1E-9F50-D44B-309512934B7D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9" creationId="{FF4151D7-97B4-5F32-BC2D-E3C6ADE43D96}"/>
          </ac:spMkLst>
        </pc:spChg>
        <pc:spChg chg="add mod">
          <ac:chgData name="Kuzmin Gregory" userId="60f5cda76aafd52b" providerId="LiveId" clId="{79894573-6A8D-4BF6-B886-8656FA8C3952}" dt="2023-05-05T17:41:52.547" v="1372" actId="164"/>
          <ac:spMkLst>
            <pc:docMk/>
            <pc:sldMk cId="330716" sldId="258"/>
            <ac:spMk id="10" creationId="{D6F53B15-1F36-DE95-5692-E0D35389F768}"/>
          </ac:spMkLst>
        </pc:spChg>
        <pc:spChg chg="del">
          <ac:chgData name="Kuzmin Gregory" userId="60f5cda76aafd52b" providerId="LiveId" clId="{79894573-6A8D-4BF6-B886-8656FA8C3952}" dt="2023-05-05T17:14:47.251" v="144" actId="478"/>
          <ac:spMkLst>
            <pc:docMk/>
            <pc:sldMk cId="330716" sldId="258"/>
            <ac:spMk id="11" creationId="{13ABDE9A-14E9-4001-C516-F40891650D93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11" creationId="{B3539861-3E06-66F1-A487-28F400BB3A90}"/>
          </ac:spMkLst>
        </pc:spChg>
        <pc:spChg chg="add mod">
          <ac:chgData name="Kuzmin Gregory" userId="60f5cda76aafd52b" providerId="LiveId" clId="{79894573-6A8D-4BF6-B886-8656FA8C3952}" dt="2023-05-05T17:41:52.547" v="1372" actId="164"/>
          <ac:spMkLst>
            <pc:docMk/>
            <pc:sldMk cId="330716" sldId="258"/>
            <ac:spMk id="12" creationId="{90AD4EB9-E1C7-4F49-214E-A23FD17F84C2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13" creationId="{673CE27D-3123-3AC9-D0ED-A70942B6D367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14" creationId="{943878A2-FAC4-21FD-ED79-29A1E16D3E1A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15" creationId="{F4E543BC-68A3-8F67-527B-3F1FDC54EB82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17" creationId="{9590BD9F-F475-391E-AA90-53FCC2D42DBA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18" creationId="{B6A1A2C9-D528-266F-03B1-183E6AFD35F6}"/>
          </ac:spMkLst>
        </pc:spChg>
        <pc:spChg chg="mod">
          <ac:chgData name="Kuzmin Gregory" userId="60f5cda76aafd52b" providerId="LiveId" clId="{79894573-6A8D-4BF6-B886-8656FA8C3952}" dt="2023-05-06T03:50:14.828" v="2030"/>
          <ac:spMkLst>
            <pc:docMk/>
            <pc:sldMk cId="330716" sldId="258"/>
            <ac:spMk id="19" creationId="{4AB9CF61-FEBD-885F-7347-2B3D96C7C13F}"/>
          </ac:spMkLst>
        </pc:spChg>
        <pc:spChg chg="mod">
          <ac:chgData name="Kuzmin Gregory" userId="60f5cda76aafd52b" providerId="LiveId" clId="{79894573-6A8D-4BF6-B886-8656FA8C3952}" dt="2023-05-06T04:27:18.855" v="2885"/>
          <ac:spMkLst>
            <pc:docMk/>
            <pc:sldMk cId="330716" sldId="258"/>
            <ac:spMk id="22" creationId="{D429F53B-1CB5-CEB9-AF11-F1699FD7E17A}"/>
          </ac:spMkLst>
        </pc:spChg>
        <pc:spChg chg="mod">
          <ac:chgData name="Kuzmin Gregory" userId="60f5cda76aafd52b" providerId="LiveId" clId="{79894573-6A8D-4BF6-B886-8656FA8C3952}" dt="2023-05-06T04:27:18.855" v="2885"/>
          <ac:spMkLst>
            <pc:docMk/>
            <pc:sldMk cId="330716" sldId="258"/>
            <ac:spMk id="25" creationId="{218D12C5-D7D3-8805-A5CD-A621E5F55E46}"/>
          </ac:spMkLst>
        </pc:spChg>
        <pc:spChg chg="mod">
          <ac:chgData name="Kuzmin Gregory" userId="60f5cda76aafd52b" providerId="LiveId" clId="{79894573-6A8D-4BF6-B886-8656FA8C3952}" dt="2023-05-06T04:27:18.855" v="2885"/>
          <ac:spMkLst>
            <pc:docMk/>
            <pc:sldMk cId="330716" sldId="258"/>
            <ac:spMk id="26" creationId="{BF2230EE-A3E4-48E2-075B-FAE6ADDF909C}"/>
          </ac:spMkLst>
        </pc:spChg>
        <pc:spChg chg="mod">
          <ac:chgData name="Kuzmin Gregory" userId="60f5cda76aafd52b" providerId="LiveId" clId="{79894573-6A8D-4BF6-B886-8656FA8C3952}" dt="2023-05-06T04:27:18.855" v="2885"/>
          <ac:spMkLst>
            <pc:docMk/>
            <pc:sldMk cId="330716" sldId="258"/>
            <ac:spMk id="27" creationId="{857CCE99-CD5A-FC67-1FF1-61C9C3357766}"/>
          </ac:spMkLst>
        </pc:spChg>
        <pc:spChg chg="mod">
          <ac:chgData name="Kuzmin Gregory" userId="60f5cda76aafd52b" providerId="LiveId" clId="{79894573-6A8D-4BF6-B886-8656FA8C3952}" dt="2023-05-06T04:27:18.855" v="2885"/>
          <ac:spMkLst>
            <pc:docMk/>
            <pc:sldMk cId="330716" sldId="258"/>
            <ac:spMk id="30" creationId="{97F0F5A4-DCBF-4D9D-C234-772ECEAF264F}"/>
          </ac:spMkLst>
        </pc:spChg>
        <pc:spChg chg="add mod">
          <ac:chgData name="Kuzmin Gregory" userId="60f5cda76aafd52b" providerId="LiveId" clId="{79894573-6A8D-4BF6-B886-8656FA8C3952}" dt="2023-05-05T17:41:52.547" v="1372" actId="164"/>
          <ac:spMkLst>
            <pc:docMk/>
            <pc:sldMk cId="330716" sldId="258"/>
            <ac:spMk id="31" creationId="{B7B92F9E-8012-236C-D315-05CCB4C144C0}"/>
          </ac:spMkLst>
        </pc:spChg>
        <pc:spChg chg="add mod">
          <ac:chgData name="Kuzmin Gregory" userId="60f5cda76aafd52b" providerId="LiveId" clId="{79894573-6A8D-4BF6-B886-8656FA8C3952}" dt="2023-05-05T17:41:52.547" v="1372" actId="164"/>
          <ac:spMkLst>
            <pc:docMk/>
            <pc:sldMk cId="330716" sldId="258"/>
            <ac:spMk id="33" creationId="{8D089CD7-1D44-5AEB-BDCF-F54622E7128B}"/>
          </ac:spMkLst>
        </pc:spChg>
        <pc:spChg chg="add mod">
          <ac:chgData name="Kuzmin Gregory" userId="60f5cda76aafd52b" providerId="LiveId" clId="{79894573-6A8D-4BF6-B886-8656FA8C3952}" dt="2023-05-05T17:30:11.577" v="742"/>
          <ac:spMkLst>
            <pc:docMk/>
            <pc:sldMk cId="330716" sldId="258"/>
            <ac:spMk id="36" creationId="{19BEF2DB-0A12-5004-918D-5305F13BB16D}"/>
          </ac:spMkLst>
        </pc:spChg>
        <pc:spChg chg="add mod">
          <ac:chgData name="Kuzmin Gregory" userId="60f5cda76aafd52b" providerId="LiveId" clId="{79894573-6A8D-4BF6-B886-8656FA8C3952}" dt="2023-05-05T17:29:46.914" v="738"/>
          <ac:spMkLst>
            <pc:docMk/>
            <pc:sldMk cId="330716" sldId="258"/>
            <ac:spMk id="37" creationId="{4E9AE41C-CA3D-CF3A-CD5A-F50587BF9F71}"/>
          </ac:spMkLst>
        </pc:spChg>
        <pc:spChg chg="add mod">
          <ac:chgData name="Kuzmin Gregory" userId="60f5cda76aafd52b" providerId="LiveId" clId="{79894573-6A8D-4BF6-B886-8656FA8C3952}" dt="2023-05-05T17:41:52.547" v="1372" actId="164"/>
          <ac:spMkLst>
            <pc:docMk/>
            <pc:sldMk cId="330716" sldId="258"/>
            <ac:spMk id="38" creationId="{54C6FCBD-A18A-1805-37A0-9FE457682F98}"/>
          </ac:spMkLst>
        </pc:spChg>
        <pc:spChg chg="mod">
          <ac:chgData name="Kuzmin Gregory" userId="60f5cda76aafd52b" providerId="LiveId" clId="{79894573-6A8D-4BF6-B886-8656FA8C3952}" dt="2023-05-05T17:40:37.097" v="1160"/>
          <ac:spMkLst>
            <pc:docMk/>
            <pc:sldMk cId="330716" sldId="258"/>
            <ac:spMk id="42" creationId="{30DFDE45-F91D-BF63-9DBC-5857F5BDAD8E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57" creationId="{FB76C220-FC12-CBC7-78FE-56485BC1BD1D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58" creationId="{EAFD80D1-7951-3A01-FF5A-051296A56493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0" creationId="{76FB65B2-9D01-7CB8-9E94-0610426D1F9A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1" creationId="{3531BA47-F1AB-9B48-66B8-E52252E03395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2" creationId="{F3D1C892-291D-355C-1693-4C0E739333E2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3" creationId="{31FBAE62-75EF-7CDA-3AC7-2DCE7CBB2D6A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4" creationId="{E8B426A0-9ADB-701D-50D5-61FB79C79E96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5" creationId="{4A6E43BE-7051-28C4-D294-B518CB5D9EF9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6" creationId="{E10D241A-30B3-A5C4-AC88-F2206253FBEB}"/>
          </ac:spMkLst>
        </pc:spChg>
        <pc:spChg chg="mod">
          <ac:chgData name="Kuzmin Gregory" userId="60f5cda76aafd52b" providerId="LiveId" clId="{79894573-6A8D-4BF6-B886-8656FA8C3952}" dt="2023-05-05T17:41:00.311" v="1165"/>
          <ac:spMkLst>
            <pc:docMk/>
            <pc:sldMk cId="330716" sldId="258"/>
            <ac:spMk id="67" creationId="{5854C55A-4708-EF4F-4AFF-6A956E8D056A}"/>
          </ac:spMkLst>
        </pc:spChg>
        <pc:spChg chg="mod">
          <ac:chgData name="Kuzmin Gregory" userId="60f5cda76aafd52b" providerId="LiveId" clId="{79894573-6A8D-4BF6-B886-8656FA8C3952}" dt="2023-05-06T04:27:18.855" v="2885"/>
          <ac:spMkLst>
            <pc:docMk/>
            <pc:sldMk cId="330716" sldId="258"/>
            <ac:spMk id="69" creationId="{DDB8A253-2371-44BC-9B25-51DFE3E8549F}"/>
          </ac:spMkLst>
        </pc:spChg>
        <pc:spChg chg="mod">
          <ac:chgData name="Kuzmin Gregory" userId="60f5cda76aafd52b" providerId="LiveId" clId="{79894573-6A8D-4BF6-B886-8656FA8C3952}" dt="2023-05-06T04:27:18.855" v="2885"/>
          <ac:spMkLst>
            <pc:docMk/>
            <pc:sldMk cId="330716" sldId="258"/>
            <ac:spMk id="70" creationId="{EB50331C-71A4-3FCF-FBC8-C64D7BD8025A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78" creationId="{34437E44-9327-16A3-0CCE-ADB1326387CD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79" creationId="{5F3F788E-28A6-1C87-A6D0-E394138A347D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80" creationId="{A6C1E40C-2A1C-5128-86B2-AC4509BA0195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82" creationId="{7A7D77AF-96B7-DE24-4308-D33853FE899D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83" creationId="{B209999C-7C65-3A24-9930-EA6E9DDC073F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85" creationId="{5BE2B2F6-D9D5-EAED-602E-BD63DB14D6FF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87" creationId="{1E862C74-7B1B-A794-DD39-E60D4ED1BFDE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90" creationId="{A885BBD7-3AD8-1367-4D87-B71F523EEF22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91" creationId="{155D4E8F-3481-5A92-64D9-99E18E6987C3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94" creationId="{F51AFD7A-BF46-A494-54FF-D04941494E55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96" creationId="{CB820E98-62B4-EA25-9440-79E5AB477511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98" creationId="{31D7C8EB-57BB-D30D-E7A0-8C033E7514CA}"/>
          </ac:spMkLst>
        </pc:spChg>
        <pc:spChg chg="mod">
          <ac:chgData name="Kuzmin Gregory" userId="60f5cda76aafd52b" providerId="LiveId" clId="{79894573-6A8D-4BF6-B886-8656FA8C3952}" dt="2023-05-06T04:35:22.605" v="3529"/>
          <ac:spMkLst>
            <pc:docMk/>
            <pc:sldMk cId="330716" sldId="258"/>
            <ac:spMk id="99" creationId="{FDD61034-5805-030B-291F-00A09C08D530}"/>
          </ac:spMkLst>
        </pc:spChg>
        <pc:grpChg chg="del">
          <ac:chgData name="Kuzmin Gregory" userId="60f5cda76aafd52b" providerId="LiveId" clId="{79894573-6A8D-4BF6-B886-8656FA8C3952}" dt="2023-05-05T17:40:36.750" v="1159" actId="478"/>
          <ac:grpSpMkLst>
            <pc:docMk/>
            <pc:sldMk cId="330716" sldId="258"/>
            <ac:grpSpMk id="3" creationId="{547E094E-6CBD-B7AC-8013-7B49160741B7}"/>
          </ac:grpSpMkLst>
        </pc:grpChg>
        <pc:grpChg chg="add mod">
          <ac:chgData name="Kuzmin Gregory" userId="60f5cda76aafd52b" providerId="LiveId" clId="{79894573-6A8D-4BF6-B886-8656FA8C3952}" dt="2023-05-06T03:50:19.147" v="2088" actId="1035"/>
          <ac:grpSpMkLst>
            <pc:docMk/>
            <pc:sldMk cId="330716" sldId="258"/>
            <ac:grpSpMk id="3" creationId="{AD5E2D67-D3E7-8DC6-5940-147E3C7A53BE}"/>
          </ac:grpSpMkLst>
        </pc:grpChg>
        <pc:grpChg chg="add del mod">
          <ac:chgData name="Kuzmin Gregory" userId="60f5cda76aafd52b" providerId="LiveId" clId="{79894573-6A8D-4BF6-B886-8656FA8C3952}" dt="2023-05-06T04:35:22.284" v="3528" actId="478"/>
          <ac:grpSpMkLst>
            <pc:docMk/>
            <pc:sldMk cId="330716" sldId="258"/>
            <ac:grpSpMk id="21" creationId="{262A2B63-F5E7-D130-DCC8-BB4A48177AE2}"/>
          </ac:grpSpMkLst>
        </pc:grpChg>
        <pc:grpChg chg="add mod">
          <ac:chgData name="Kuzmin Gregory" userId="60f5cda76aafd52b" providerId="LiveId" clId="{79894573-6A8D-4BF6-B886-8656FA8C3952}" dt="2023-05-05T17:41:52.547" v="1372" actId="164"/>
          <ac:grpSpMkLst>
            <pc:docMk/>
            <pc:sldMk cId="330716" sldId="258"/>
            <ac:grpSpMk id="39" creationId="{DCE78BEC-7A0B-3C5F-B8B6-741E583EF7CD}"/>
          </ac:grpSpMkLst>
        </pc:grpChg>
        <pc:grpChg chg="add mod">
          <ac:chgData name="Kuzmin Gregory" userId="60f5cda76aafd52b" providerId="LiveId" clId="{79894573-6A8D-4BF6-B886-8656FA8C3952}" dt="2023-05-05T17:41:52.547" v="1372" actId="164"/>
          <ac:grpSpMkLst>
            <pc:docMk/>
            <pc:sldMk cId="330716" sldId="258"/>
            <ac:grpSpMk id="40" creationId="{8902139D-36B2-E0EE-E2B2-BCF829CB95D1}"/>
          </ac:grpSpMkLst>
        </pc:grpChg>
        <pc:grpChg chg="add mod">
          <ac:chgData name="Kuzmin Gregory" userId="60f5cda76aafd52b" providerId="LiveId" clId="{79894573-6A8D-4BF6-B886-8656FA8C3952}" dt="2023-05-05T17:40:37.097" v="1160"/>
          <ac:grpSpMkLst>
            <pc:docMk/>
            <pc:sldMk cId="330716" sldId="258"/>
            <ac:grpSpMk id="41" creationId="{EF6C8DDB-9281-D906-2CAE-498F58A6FF8D}"/>
          </ac:grpSpMkLst>
        </pc:grpChg>
        <pc:grpChg chg="add del mod">
          <ac:chgData name="Kuzmin Gregory" userId="60f5cda76aafd52b" providerId="LiveId" clId="{79894573-6A8D-4BF6-B886-8656FA8C3952}" dt="2023-05-06T04:27:18.356" v="2884" actId="478"/>
          <ac:grpSpMkLst>
            <pc:docMk/>
            <pc:sldMk cId="330716" sldId="258"/>
            <ac:grpSpMk id="56" creationId="{88E567AE-D2BE-568C-2A63-0AD98A1CE074}"/>
          </ac:grpSpMkLst>
        </pc:grpChg>
        <pc:grpChg chg="add mod">
          <ac:chgData name="Kuzmin Gregory" userId="60f5cda76aafd52b" providerId="LiveId" clId="{79894573-6A8D-4BF6-B886-8656FA8C3952}" dt="2023-05-05T17:41:52.547" v="1372" actId="164"/>
          <ac:grpSpMkLst>
            <pc:docMk/>
            <pc:sldMk cId="330716" sldId="258"/>
            <ac:grpSpMk id="68" creationId="{9536961B-F3EB-15A7-9345-A3EAAD21238B}"/>
          </ac:grpSpMkLst>
        </pc:grpChg>
        <pc:grpChg chg="add mod">
          <ac:chgData name="Kuzmin Gregory" userId="60f5cda76aafd52b" providerId="LiveId" clId="{79894573-6A8D-4BF6-B886-8656FA8C3952}" dt="2023-05-06T04:35:25.863" v="3601" actId="1036"/>
          <ac:grpSpMkLst>
            <pc:docMk/>
            <pc:sldMk cId="330716" sldId="258"/>
            <ac:grpSpMk id="77" creationId="{95274A2D-3EF4-F3EE-226C-72E07D38C300}"/>
          </ac:grpSpMkLst>
        </pc:grpChg>
        <pc:picChg chg="del">
          <ac:chgData name="Kuzmin Gregory" userId="60f5cda76aafd52b" providerId="LiveId" clId="{79894573-6A8D-4BF6-B886-8656FA8C3952}" dt="2023-05-05T17:14:45.918" v="143" actId="478"/>
          <ac:picMkLst>
            <pc:docMk/>
            <pc:sldMk cId="330716" sldId="258"/>
            <ac:picMk id="8" creationId="{B3F5C393-B0C1-6440-92DA-9EDD2D5770E5}"/>
          </ac:picMkLst>
        </pc:picChg>
        <pc:picChg chg="add mod">
          <ac:chgData name="Kuzmin Gregory" userId="60f5cda76aafd52b" providerId="LiveId" clId="{79894573-6A8D-4BF6-B886-8656FA8C3952}" dt="2023-05-05T17:41:52.547" v="1372" actId="164"/>
          <ac:picMkLst>
            <pc:docMk/>
            <pc:sldMk cId="330716" sldId="258"/>
            <ac:picMk id="16" creationId="{18215924-A39F-7F19-BD63-9EFDCF780D1F}"/>
          </ac:picMkLst>
        </pc:picChg>
        <pc:picChg chg="add mod">
          <ac:chgData name="Kuzmin Gregory" userId="60f5cda76aafd52b" providerId="LiveId" clId="{79894573-6A8D-4BF6-B886-8656FA8C3952}" dt="2023-05-05T17:29:51.239" v="739"/>
          <ac:picMkLst>
            <pc:docMk/>
            <pc:sldMk cId="330716" sldId="258"/>
            <ac:picMk id="20" creationId="{AAB9E0C9-B042-FE5F-2E57-D370F2E6FD4D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23" creationId="{511FD5AA-9F4E-D001-1D8C-6DD92E162E7D}"/>
          </ac:picMkLst>
        </pc:picChg>
        <pc:picChg chg="add mod">
          <ac:chgData name="Kuzmin Gregory" userId="60f5cda76aafd52b" providerId="LiveId" clId="{79894573-6A8D-4BF6-B886-8656FA8C3952}" dt="2023-05-05T17:30:04.356" v="741"/>
          <ac:picMkLst>
            <pc:docMk/>
            <pc:sldMk cId="330716" sldId="258"/>
            <ac:picMk id="24" creationId="{37F4402E-CB52-D116-D34E-67660DBB4790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28" creationId="{A0269A1C-B387-76A1-2ABE-E81D4A0515D7}"/>
          </ac:picMkLst>
        </pc:picChg>
        <pc:picChg chg="add mod">
          <ac:chgData name="Kuzmin Gregory" userId="60f5cda76aafd52b" providerId="LiveId" clId="{79894573-6A8D-4BF6-B886-8656FA8C3952}" dt="2023-05-05T17:41:52.547" v="1372" actId="164"/>
          <ac:picMkLst>
            <pc:docMk/>
            <pc:sldMk cId="330716" sldId="258"/>
            <ac:picMk id="29" creationId="{5555131A-3312-A5C7-CF71-536A4EE720F6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32" creationId="{243EA829-A22B-21A3-9A3D-160EC324586E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34" creationId="{0D3B09C7-D429-6654-026B-A1A7FED525A0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35" creationId="{C49385A2-A447-F67B-6D68-187DCBC8520C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43" creationId="{59339DD4-43BB-C698-A5EC-FE0DE29C0245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45" creationId="{6A18A892-7CBF-C35B-8989-BBE6679670E4}"/>
          </ac:picMkLst>
        </pc:picChg>
        <pc:picChg chg="mod">
          <ac:chgData name="Kuzmin Gregory" userId="60f5cda76aafd52b" providerId="LiveId" clId="{79894573-6A8D-4BF6-B886-8656FA8C3952}" dt="2023-05-06T03:49:00.636" v="1943"/>
          <ac:picMkLst>
            <pc:docMk/>
            <pc:sldMk cId="330716" sldId="258"/>
            <ac:picMk id="46" creationId="{218AF5D9-222E-CC95-F6A0-C9655D0C602E}"/>
          </ac:picMkLst>
        </pc:picChg>
        <pc:picChg chg="mod">
          <ac:chgData name="Kuzmin Gregory" userId="60f5cda76aafd52b" providerId="LiveId" clId="{79894573-6A8D-4BF6-B886-8656FA8C3952}" dt="2023-05-05T19:15:20.601" v="1827"/>
          <ac:picMkLst>
            <pc:docMk/>
            <pc:sldMk cId="330716" sldId="258"/>
            <ac:picMk id="47" creationId="{3E99A7A2-D781-FC33-4070-ADD634B2856F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48" creationId="{F95B055A-3D14-45AD-6B28-844E6CA371EB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49" creationId="{82BE66D0-BE9E-71EC-C0EA-E92E3C5EB418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50" creationId="{8D7B5570-D795-7EFD-7036-17E01B7A5ABB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52" creationId="{4C363E21-AC55-9D9A-B204-F7886A1F4FC9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53" creationId="{0794C696-3D77-CB89-3F69-95EE48B863A9}"/>
          </ac:picMkLst>
        </pc:picChg>
        <pc:picChg chg="mod">
          <ac:chgData name="Kuzmin Gregory" userId="60f5cda76aafd52b" providerId="LiveId" clId="{79894573-6A8D-4BF6-B886-8656FA8C3952}" dt="2023-05-05T17:40:37.097" v="1160"/>
          <ac:picMkLst>
            <pc:docMk/>
            <pc:sldMk cId="330716" sldId="258"/>
            <ac:picMk id="54" creationId="{1D282C78-6377-D181-647C-F9EFA62465A3}"/>
          </ac:picMkLst>
        </pc:picChg>
        <pc:picChg chg="mod">
          <ac:chgData name="Kuzmin Gregory" userId="60f5cda76aafd52b" providerId="LiveId" clId="{79894573-6A8D-4BF6-B886-8656FA8C3952}" dt="2023-05-05T17:41:00.311" v="1165"/>
          <ac:picMkLst>
            <pc:docMk/>
            <pc:sldMk cId="330716" sldId="258"/>
            <ac:picMk id="59" creationId="{627972CB-F447-1058-338B-94A4BEF06E05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71" creationId="{010826C1-3623-9163-BACB-F2774A51C359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72" creationId="{D6409525-2BB2-BF0E-91E7-1B8AB5099243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73" creationId="{1406F695-A451-9570-7793-ADE95F098AEE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74" creationId="{F553F68B-110B-B0E8-6B43-8C1A61CEF0F4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75" creationId="{B020E998-7410-8899-1448-C3257C585C8B}"/>
          </ac:picMkLst>
        </pc:picChg>
        <pc:picChg chg="mod">
          <ac:chgData name="Kuzmin Gregory" userId="60f5cda76aafd52b" providerId="LiveId" clId="{79894573-6A8D-4BF6-B886-8656FA8C3952}" dt="2023-05-06T04:27:18.855" v="2885"/>
          <ac:picMkLst>
            <pc:docMk/>
            <pc:sldMk cId="330716" sldId="258"/>
            <ac:picMk id="76" creationId="{54285655-8917-3D93-89F3-D276C407A96A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81" creationId="{4D224936-0FE4-55D5-C4D7-6B09171C2CD2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84" creationId="{B90A5B8C-CA8B-1C41-6BC9-63EB03C56664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86" creationId="{6A6E98E6-E9A3-F0F4-4E36-8638F773126B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88" creationId="{5FB9AFB9-CA1D-616B-F549-EFE7628FE7D0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89" creationId="{197E4956-48D1-368D-DAC5-7F1BC80B24FA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92" creationId="{F309B3FF-7DF4-E406-6455-6E8D3C3F51B3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93" creationId="{F7E5DA97-7F9A-A16B-F52E-E325C8A6AEC3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95" creationId="{72EB5150-07DD-1604-1AB4-D4758246F189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97" creationId="{D5EE8BBA-1946-BB28-B7E4-AEFBA38842D4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100" creationId="{6CBF41CB-5CD6-3119-34BA-796BCFDFB34C}"/>
          </ac:picMkLst>
        </pc:picChg>
        <pc:picChg chg="mod">
          <ac:chgData name="Kuzmin Gregory" userId="60f5cda76aafd52b" providerId="LiveId" clId="{79894573-6A8D-4BF6-B886-8656FA8C3952}" dt="2023-05-06T04:35:22.605" v="3529"/>
          <ac:picMkLst>
            <pc:docMk/>
            <pc:sldMk cId="330716" sldId="258"/>
            <ac:picMk id="101" creationId="{58922638-04AB-CE80-DEFC-47426E7A6E4F}"/>
          </ac:picMkLst>
        </pc:picChg>
        <pc:cxnChg chg="mod">
          <ac:chgData name="Kuzmin Gregory" userId="60f5cda76aafd52b" providerId="LiveId" clId="{79894573-6A8D-4BF6-B886-8656FA8C3952}" dt="2023-05-05T17:40:37.097" v="1160"/>
          <ac:cxnSpMkLst>
            <pc:docMk/>
            <pc:sldMk cId="330716" sldId="258"/>
            <ac:cxnSpMk id="44" creationId="{0A6D3EDC-249F-1EAE-8243-8523D84745DD}"/>
          </ac:cxnSpMkLst>
        </pc:cxnChg>
        <pc:cxnChg chg="mod">
          <ac:chgData name="Kuzmin Gregory" userId="60f5cda76aafd52b" providerId="LiveId" clId="{79894573-6A8D-4BF6-B886-8656FA8C3952}" dt="2023-05-05T17:40:37.097" v="1160"/>
          <ac:cxnSpMkLst>
            <pc:docMk/>
            <pc:sldMk cId="330716" sldId="258"/>
            <ac:cxnSpMk id="51" creationId="{17777C60-9957-C31C-AD57-E0BE133CE3A2}"/>
          </ac:cxnSpMkLst>
        </pc:cxnChg>
        <pc:cxnChg chg="mod">
          <ac:chgData name="Kuzmin Gregory" userId="60f5cda76aafd52b" providerId="LiveId" clId="{79894573-6A8D-4BF6-B886-8656FA8C3952}" dt="2023-05-05T17:40:37.097" v="1160"/>
          <ac:cxnSpMkLst>
            <pc:docMk/>
            <pc:sldMk cId="330716" sldId="258"/>
            <ac:cxnSpMk id="55" creationId="{3C546A9F-DF15-2D31-B507-C0B55D7B05BB}"/>
          </ac:cxnSpMkLst>
        </pc:cxnChg>
      </pc:sldChg>
      <pc:sldChg chg="addSp delSp modSp add mod modTransition">
        <pc:chgData name="Kuzmin Gregory" userId="60f5cda76aafd52b" providerId="LiveId" clId="{79894573-6A8D-4BF6-B886-8656FA8C3952}" dt="2023-05-06T04:35:33.981" v="3680" actId="1036"/>
        <pc:sldMkLst>
          <pc:docMk/>
          <pc:sldMk cId="4104498734" sldId="259"/>
        </pc:sldMkLst>
        <pc:spChg chg="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2" creationId="{A46192B6-5487-E466-9726-37DA95BADFC0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4" creationId="{89BA0CF5-0EA6-E42A-63FA-BC3680A1CBCA}"/>
          </ac:spMkLst>
        </pc:spChg>
        <pc:spChg chg="mod">
          <ac:chgData name="Kuzmin Gregory" userId="60f5cda76aafd52b" providerId="LiveId" clId="{79894573-6A8D-4BF6-B886-8656FA8C3952}" dt="2023-05-05T17:28:09.794" v="733" actId="164"/>
          <ac:spMkLst>
            <pc:docMk/>
            <pc:sldMk cId="4104498734" sldId="259"/>
            <ac:spMk id="4" creationId="{A4946AB5-A24C-B76D-1D06-44ABD7DBB563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5" creationId="{0F57D56F-AB55-563C-8F51-AD21514D19C4}"/>
          </ac:spMkLst>
        </pc:spChg>
        <pc:spChg chg="del">
          <ac:chgData name="Kuzmin Gregory" userId="60f5cda76aafd52b" providerId="LiveId" clId="{79894573-6A8D-4BF6-B886-8656FA8C3952}" dt="2023-05-05T17:22:24.752" v="588" actId="478"/>
          <ac:spMkLst>
            <pc:docMk/>
            <pc:sldMk cId="4104498734" sldId="259"/>
            <ac:spMk id="5" creationId="{73BD4C20-ACEB-8FAE-518A-9EEAA162CF38}"/>
          </ac:spMkLst>
        </pc:spChg>
        <pc:spChg chg="mod">
          <ac:chgData name="Kuzmin Gregory" userId="60f5cda76aafd52b" providerId="LiveId" clId="{79894573-6A8D-4BF6-B886-8656FA8C3952}" dt="2023-05-05T17:28:06.390" v="732" actId="164"/>
          <ac:spMkLst>
            <pc:docMk/>
            <pc:sldMk cId="4104498734" sldId="259"/>
            <ac:spMk id="6" creationId="{5A2235DF-E9C0-E0A3-4F37-3C9EBC290F63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6" creationId="{6BCC663C-D570-C5BC-130C-CEF938E09387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9" creationId="{F5F888C8-B948-1D4B-1E6F-B7B5BC9FAAD9}"/>
          </ac:spMkLst>
        </pc:spChg>
        <pc:spChg chg="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10" creationId="{D6F53B15-1F36-DE95-5692-E0D35389F768}"/>
          </ac:spMkLst>
        </pc:spChg>
        <pc:spChg chg="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12" creationId="{90AD4EB9-E1C7-4F49-214E-A23FD17F84C2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13" creationId="{F5927EDC-0006-C486-4E5C-4F8AABF5B99D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15" creationId="{A15A09E3-3214-EF4F-909C-AD390457FAE5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17" creationId="{3E9A4D6E-8641-6FF2-BB12-028D7EF65D49}"/>
          </ac:spMkLst>
        </pc:spChg>
        <pc:spChg chg="add 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18" creationId="{094E9C64-6615-9A65-708D-CDD498298CBE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19" creationId="{7E8968DC-1D8D-C510-8733-693161D35659}"/>
          </ac:spMkLst>
        </pc:spChg>
        <pc:spChg chg="mod">
          <ac:chgData name="Kuzmin Gregory" userId="60f5cda76aafd52b" providerId="LiveId" clId="{79894573-6A8D-4BF6-B886-8656FA8C3952}" dt="2023-05-06T03:50:21.268" v="2089"/>
          <ac:spMkLst>
            <pc:docMk/>
            <pc:sldMk cId="4104498734" sldId="259"/>
            <ac:spMk id="20" creationId="{93652A12-3E47-0754-7C9C-714BD607E801}"/>
          </ac:spMkLst>
        </pc:spChg>
        <pc:spChg chg="add del 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22" creationId="{A6324F44-ACE2-4FEC-3627-B1324C05EAE5}"/>
          </ac:spMkLst>
        </pc:spChg>
        <pc:spChg chg="mod">
          <ac:chgData name="Kuzmin Gregory" userId="60f5cda76aafd52b" providerId="LiveId" clId="{79894573-6A8D-4BF6-B886-8656FA8C3952}" dt="2023-05-06T04:16:49.599" v="2640"/>
          <ac:spMkLst>
            <pc:docMk/>
            <pc:sldMk cId="4104498734" sldId="259"/>
            <ac:spMk id="23" creationId="{A5E580C6-52A8-26D0-5BA9-FE469242DEAA}"/>
          </ac:spMkLst>
        </pc:spChg>
        <pc:spChg chg="mod">
          <ac:chgData name="Kuzmin Gregory" userId="60f5cda76aafd52b" providerId="LiveId" clId="{79894573-6A8D-4BF6-B886-8656FA8C3952}" dt="2023-05-06T04:16:49.599" v="2640"/>
          <ac:spMkLst>
            <pc:docMk/>
            <pc:sldMk cId="4104498734" sldId="259"/>
            <ac:spMk id="24" creationId="{CFF7D6A3-5502-335F-5439-1CEC3F179BCF}"/>
          </ac:spMkLst>
        </pc:spChg>
        <pc:spChg chg="mod">
          <ac:chgData name="Kuzmin Gregory" userId="60f5cda76aafd52b" providerId="LiveId" clId="{79894573-6A8D-4BF6-B886-8656FA8C3952}" dt="2023-05-06T04:16:49.599" v="2640"/>
          <ac:spMkLst>
            <pc:docMk/>
            <pc:sldMk cId="4104498734" sldId="259"/>
            <ac:spMk id="25" creationId="{CCCBA4FB-DF57-215A-8187-644DBDAC3E19}"/>
          </ac:spMkLst>
        </pc:spChg>
        <pc:spChg chg="add del mod">
          <ac:chgData name="Kuzmin Gregory" userId="60f5cda76aafd52b" providerId="LiveId" clId="{79894573-6A8D-4BF6-B886-8656FA8C3952}" dt="2023-05-06T04:17:18.875" v="2657" actId="767"/>
          <ac:spMkLst>
            <pc:docMk/>
            <pc:sldMk cId="4104498734" sldId="259"/>
            <ac:spMk id="26" creationId="{04F50C78-B5DA-B1EA-5F7D-E379F8D78F54}"/>
          </ac:spMkLst>
        </pc:spChg>
        <pc:spChg chg="mod">
          <ac:chgData name="Kuzmin Gregory" userId="60f5cda76aafd52b" providerId="LiveId" clId="{79894573-6A8D-4BF6-B886-8656FA8C3952}" dt="2023-05-06T04:27:25.256" v="2936"/>
          <ac:spMkLst>
            <pc:docMk/>
            <pc:sldMk cId="4104498734" sldId="259"/>
            <ac:spMk id="30" creationId="{A00E0C3B-DD49-3CA5-E4F1-7FB67AFA9AB9}"/>
          </ac:spMkLst>
        </pc:spChg>
        <pc:spChg chg="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31" creationId="{B7B92F9E-8012-236C-D315-05CCB4C144C0}"/>
          </ac:spMkLst>
        </pc:spChg>
        <pc:spChg chg="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33" creationId="{8D089CD7-1D44-5AEB-BDCF-F54622E7128B}"/>
          </ac:spMkLst>
        </pc:spChg>
        <pc:spChg chg="mod">
          <ac:chgData name="Kuzmin Gregory" userId="60f5cda76aafd52b" providerId="LiveId" clId="{79894573-6A8D-4BF6-B886-8656FA8C3952}" dt="2023-05-06T04:27:25.256" v="2936"/>
          <ac:spMkLst>
            <pc:docMk/>
            <pc:sldMk cId="4104498734" sldId="259"/>
            <ac:spMk id="34" creationId="{99B1C38B-D4E5-B308-04EC-2F668FC9AC77}"/>
          </ac:spMkLst>
        </pc:spChg>
        <pc:spChg chg="mod">
          <ac:chgData name="Kuzmin Gregory" userId="60f5cda76aafd52b" providerId="LiveId" clId="{79894573-6A8D-4BF6-B886-8656FA8C3952}" dt="2023-05-06T04:27:25.256" v="2936"/>
          <ac:spMkLst>
            <pc:docMk/>
            <pc:sldMk cId="4104498734" sldId="259"/>
            <ac:spMk id="35" creationId="{7458C7EB-74A3-C3FB-203C-B26D690F792B}"/>
          </ac:spMkLst>
        </pc:spChg>
        <pc:spChg chg="mod">
          <ac:chgData name="Kuzmin Gregory" userId="60f5cda76aafd52b" providerId="LiveId" clId="{79894573-6A8D-4BF6-B886-8656FA8C3952}" dt="2023-05-05T17:28:06.390" v="732" actId="164"/>
          <ac:spMkLst>
            <pc:docMk/>
            <pc:sldMk cId="4104498734" sldId="259"/>
            <ac:spMk id="36" creationId="{19BEF2DB-0A12-5004-918D-5305F13BB16D}"/>
          </ac:spMkLst>
        </pc:spChg>
        <pc:spChg chg="mod">
          <ac:chgData name="Kuzmin Gregory" userId="60f5cda76aafd52b" providerId="LiveId" clId="{79894573-6A8D-4BF6-B886-8656FA8C3952}" dt="2023-05-06T04:27:25.256" v="2936"/>
          <ac:spMkLst>
            <pc:docMk/>
            <pc:sldMk cId="4104498734" sldId="259"/>
            <ac:spMk id="36" creationId="{6BA7314E-6713-8766-9033-795A35FC394F}"/>
          </ac:spMkLst>
        </pc:spChg>
        <pc:spChg chg="mod">
          <ac:chgData name="Kuzmin Gregory" userId="60f5cda76aafd52b" providerId="LiveId" clId="{79894573-6A8D-4BF6-B886-8656FA8C3952}" dt="2023-05-05T17:28:09.794" v="733" actId="164"/>
          <ac:spMkLst>
            <pc:docMk/>
            <pc:sldMk cId="4104498734" sldId="259"/>
            <ac:spMk id="37" creationId="{4E9AE41C-CA3D-CF3A-CD5A-F50587BF9F71}"/>
          </ac:spMkLst>
        </pc:spChg>
        <pc:spChg chg="mod topLvl">
          <ac:chgData name="Kuzmin Gregory" userId="60f5cda76aafd52b" providerId="LiveId" clId="{79894573-6A8D-4BF6-B886-8656FA8C3952}" dt="2023-05-06T04:17:48.487" v="2678" actId="164"/>
          <ac:spMkLst>
            <pc:docMk/>
            <pc:sldMk cId="4104498734" sldId="259"/>
            <ac:spMk id="38" creationId="{54C6FCBD-A18A-1805-37A0-9FE457682F98}"/>
          </ac:spMkLst>
        </pc:spChg>
        <pc:spChg chg="mod">
          <ac:chgData name="Kuzmin Gregory" userId="60f5cda76aafd52b" providerId="LiveId" clId="{79894573-6A8D-4BF6-B886-8656FA8C3952}" dt="2023-05-06T04:27:25.256" v="2936"/>
          <ac:spMkLst>
            <pc:docMk/>
            <pc:sldMk cId="4104498734" sldId="259"/>
            <ac:spMk id="39" creationId="{8C68A047-32F5-5E4F-41DA-6CCC66A7FF05}"/>
          </ac:spMkLst>
        </pc:spChg>
        <pc:spChg chg="mod">
          <ac:chgData name="Kuzmin Gregory" userId="60f5cda76aafd52b" providerId="LiveId" clId="{79894573-6A8D-4BF6-B886-8656FA8C3952}" dt="2023-05-06T04:16:16.877" v="2629" actId="165"/>
          <ac:spMkLst>
            <pc:docMk/>
            <pc:sldMk cId="4104498734" sldId="259"/>
            <ac:spMk id="41" creationId="{7BEC85B8-6FB5-01BE-F34A-7189B68F1136}"/>
          </ac:spMkLst>
        </pc:spChg>
        <pc:spChg chg="mod">
          <ac:chgData name="Kuzmin Gregory" userId="60f5cda76aafd52b" providerId="LiveId" clId="{79894573-6A8D-4BF6-B886-8656FA8C3952}" dt="2023-05-06T04:16:16.877" v="2629" actId="165"/>
          <ac:spMkLst>
            <pc:docMk/>
            <pc:sldMk cId="4104498734" sldId="259"/>
            <ac:spMk id="43" creationId="{972B6337-3666-BE63-8386-3D7A60F42EB1}"/>
          </ac:spMkLst>
        </pc:spChg>
        <pc:spChg chg="mod">
          <ac:chgData name="Kuzmin Gregory" userId="60f5cda76aafd52b" providerId="LiveId" clId="{79894573-6A8D-4BF6-B886-8656FA8C3952}" dt="2023-05-06T04:16:16.877" v="2629" actId="165"/>
          <ac:spMkLst>
            <pc:docMk/>
            <pc:sldMk cId="4104498734" sldId="259"/>
            <ac:spMk id="45" creationId="{EEE0E65A-3D0B-53F4-F63D-298AEF2D2852}"/>
          </ac:spMkLst>
        </pc:spChg>
        <pc:spChg chg="mod">
          <ac:chgData name="Kuzmin Gregory" userId="60f5cda76aafd52b" providerId="LiveId" clId="{79894573-6A8D-4BF6-B886-8656FA8C3952}" dt="2023-05-06T04:16:16.877" v="2629" actId="165"/>
          <ac:spMkLst>
            <pc:docMk/>
            <pc:sldMk cId="4104498734" sldId="259"/>
            <ac:spMk id="47" creationId="{1DF9F841-1DED-7E37-A98D-102885B7F463}"/>
          </ac:spMkLst>
        </pc:spChg>
        <pc:spChg chg="mod">
          <ac:chgData name="Kuzmin Gregory" userId="60f5cda76aafd52b" providerId="LiveId" clId="{79894573-6A8D-4BF6-B886-8656FA8C3952}" dt="2023-05-05T17:40:39.713" v="1162"/>
          <ac:spMkLst>
            <pc:docMk/>
            <pc:sldMk cId="4104498734" sldId="259"/>
            <ac:spMk id="49" creationId="{44CEF123-C6BC-9621-B4BC-8F380D4DB9AD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64" creationId="{798B8827-D5AF-B813-38F4-A709584C01FC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65" creationId="{DFECFDFF-B519-C78C-CE4D-B2E8FF03B8C4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67" creationId="{682F7ED3-D3BF-B5E7-011D-B3F571AFC4FE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68" creationId="{FC9D3EC4-4B99-4341-8C82-1DDA1A19D8F1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69" creationId="{19168A2C-2129-731E-4B1D-2A47DEE5BA7E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70" creationId="{1C56742B-5A1B-67D5-6EB7-BC0416593C7E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71" creationId="{223F2990-AD07-E2FE-C694-D3BA5796EE36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72" creationId="{89690825-1A07-1972-7022-0588D67656F6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73" creationId="{626361C5-A10F-B32B-EF16-C992A901DE07}"/>
          </ac:spMkLst>
        </pc:spChg>
        <pc:spChg chg="mod">
          <ac:chgData name="Kuzmin Gregory" userId="60f5cda76aafd52b" providerId="LiveId" clId="{79894573-6A8D-4BF6-B886-8656FA8C3952}" dt="2023-05-05T17:41:05.762" v="1232"/>
          <ac:spMkLst>
            <pc:docMk/>
            <pc:sldMk cId="4104498734" sldId="259"/>
            <ac:spMk id="74" creationId="{2D04B7E2-DFF3-F98C-5051-778E065ECBFD}"/>
          </ac:spMkLst>
        </pc:spChg>
        <pc:spChg chg="mod">
          <ac:chgData name="Kuzmin Gregory" userId="60f5cda76aafd52b" providerId="LiveId" clId="{79894573-6A8D-4BF6-B886-8656FA8C3952}" dt="2023-05-06T04:27:25.256" v="2936"/>
          <ac:spMkLst>
            <pc:docMk/>
            <pc:sldMk cId="4104498734" sldId="259"/>
            <ac:spMk id="79" creationId="{FFFE1ADD-8DEB-6472-636D-B19FD2B90D6F}"/>
          </ac:spMkLst>
        </pc:spChg>
        <pc:spChg chg="mod">
          <ac:chgData name="Kuzmin Gregory" userId="60f5cda76aafd52b" providerId="LiveId" clId="{79894573-6A8D-4BF6-B886-8656FA8C3952}" dt="2023-05-06T04:27:25.256" v="2936"/>
          <ac:spMkLst>
            <pc:docMk/>
            <pc:sldMk cId="4104498734" sldId="259"/>
            <ac:spMk id="80" creationId="{2CBA8114-61C6-6260-C217-7A2462598B25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88" creationId="{42B3183B-7C71-680B-4D8F-C2198B1CE178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89" creationId="{3E8C9212-102B-9F73-833E-C43E92ED7FE7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90" creationId="{393CEE56-B5F3-2B0C-50D8-121B2E16B671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92" creationId="{E362F10C-B92E-6659-6EDF-78194D0C77E2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93" creationId="{D46AD2C6-5BC9-6715-EA97-D433E1CB769B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95" creationId="{97A55BF2-AA4D-88E5-4EF8-EA4B836D7F9A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97" creationId="{B9E658EC-3342-257A-F15B-B54999940663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100" creationId="{C9252665-616B-AE0E-31BF-EC02EDAC8A43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101" creationId="{09AB4393-F876-63A5-2091-3B583DCBD87A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104" creationId="{9049059F-0B3B-7FB8-726D-FD694FF7D4AF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106" creationId="{FD1AB96A-F06A-CFBD-43C7-396BD9654007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108" creationId="{BFD5B357-79D5-A526-D66F-646560548CD3}"/>
          </ac:spMkLst>
        </pc:spChg>
        <pc:spChg chg="mod">
          <ac:chgData name="Kuzmin Gregory" userId="60f5cda76aafd52b" providerId="LiveId" clId="{79894573-6A8D-4BF6-B886-8656FA8C3952}" dt="2023-05-06T04:35:30.027" v="3603"/>
          <ac:spMkLst>
            <pc:docMk/>
            <pc:sldMk cId="4104498734" sldId="259"/>
            <ac:spMk id="109" creationId="{6FE65B6C-E4D5-DBB3-0F4B-1163583E6134}"/>
          </ac:spMkLst>
        </pc:spChg>
        <pc:grpChg chg="del">
          <ac:chgData name="Kuzmin Gregory" userId="60f5cda76aafd52b" providerId="LiveId" clId="{79894573-6A8D-4BF6-B886-8656FA8C3952}" dt="2023-05-05T17:40:39.128" v="1161" actId="478"/>
          <ac:grpSpMkLst>
            <pc:docMk/>
            <pc:sldMk cId="4104498734" sldId="259"/>
            <ac:grpSpMk id="3" creationId="{547E094E-6CBD-B7AC-8013-7B49160741B7}"/>
          </ac:grpSpMkLst>
        </pc:grpChg>
        <pc:grpChg chg="add mod">
          <ac:chgData name="Kuzmin Gregory" userId="60f5cda76aafd52b" providerId="LiveId" clId="{79894573-6A8D-4BF6-B886-8656FA8C3952}" dt="2023-05-06T03:50:25.218" v="2142" actId="1035"/>
          <ac:grpSpMkLst>
            <pc:docMk/>
            <pc:sldMk cId="4104498734" sldId="259"/>
            <ac:grpSpMk id="3" creationId="{7D264972-7EEA-8019-7CA9-D99ECA99E814}"/>
          </ac:grpSpMkLst>
        </pc:grpChg>
        <pc:grpChg chg="add del mod topLvl">
          <ac:chgData name="Kuzmin Gregory" userId="60f5cda76aafd52b" providerId="LiveId" clId="{79894573-6A8D-4BF6-B886-8656FA8C3952}" dt="2023-05-06T04:16:41.308" v="2639" actId="478"/>
          <ac:grpSpMkLst>
            <pc:docMk/>
            <pc:sldMk cId="4104498734" sldId="259"/>
            <ac:grpSpMk id="14" creationId="{42ABD645-34EE-CEE5-0F84-ECC6D8A2C9BB}"/>
          </ac:grpSpMkLst>
        </pc:grpChg>
        <pc:grpChg chg="add mod">
          <ac:chgData name="Kuzmin Gregory" userId="60f5cda76aafd52b" providerId="LiveId" clId="{79894573-6A8D-4BF6-B886-8656FA8C3952}" dt="2023-05-06T04:17:48.487" v="2678" actId="164"/>
          <ac:grpSpMkLst>
            <pc:docMk/>
            <pc:sldMk cId="4104498734" sldId="259"/>
            <ac:grpSpMk id="21" creationId="{C1E8DDC5-0458-385D-A7E5-5E2309587989}"/>
          </ac:grpSpMkLst>
        </pc:grpChg>
        <pc:grpChg chg="add del mod">
          <ac:chgData name="Kuzmin Gregory" userId="60f5cda76aafd52b" providerId="LiveId" clId="{79894573-6A8D-4BF6-B886-8656FA8C3952}" dt="2023-05-05T17:30:20.281" v="743" actId="478"/>
          <ac:grpSpMkLst>
            <pc:docMk/>
            <pc:sldMk cId="4104498734" sldId="259"/>
            <ac:grpSpMk id="26" creationId="{FEA1642D-0B33-6644-358B-B1AE60703A7C}"/>
          </ac:grpSpMkLst>
        </pc:grpChg>
        <pc:grpChg chg="add mod">
          <ac:chgData name="Kuzmin Gregory" userId="60f5cda76aafd52b" providerId="LiveId" clId="{79894573-6A8D-4BF6-B886-8656FA8C3952}" dt="2023-05-06T04:17:48.487" v="2678" actId="164"/>
          <ac:grpSpMkLst>
            <pc:docMk/>
            <pc:sldMk cId="4104498734" sldId="259"/>
            <ac:grpSpMk id="27" creationId="{B0D193CD-7F16-C584-886E-D3C4687833AE}"/>
          </ac:grpSpMkLst>
        </pc:grpChg>
        <pc:grpChg chg="add del mod">
          <ac:chgData name="Kuzmin Gregory" userId="60f5cda76aafd52b" providerId="LiveId" clId="{79894573-6A8D-4BF6-B886-8656FA8C3952}" dt="2023-05-06T04:35:29.504" v="3602" actId="478"/>
          <ac:grpSpMkLst>
            <pc:docMk/>
            <pc:sldMk cId="4104498734" sldId="259"/>
            <ac:grpSpMk id="28" creationId="{6241B7AD-E15B-1F34-1BBF-ECC8F3DE0968}"/>
          </ac:grpSpMkLst>
        </pc:grpChg>
        <pc:grpChg chg="add del mod">
          <ac:chgData name="Kuzmin Gregory" userId="60f5cda76aafd52b" providerId="LiveId" clId="{79894573-6A8D-4BF6-B886-8656FA8C3952}" dt="2023-05-05T17:30:20.717" v="744" actId="478"/>
          <ac:grpSpMkLst>
            <pc:docMk/>
            <pc:sldMk cId="4104498734" sldId="259"/>
            <ac:grpSpMk id="39" creationId="{879E35D3-1F8E-D413-08FD-8C07C49DC170}"/>
          </ac:grpSpMkLst>
        </pc:grpChg>
        <pc:grpChg chg="add mod topLvl">
          <ac:chgData name="Kuzmin Gregory" userId="60f5cda76aafd52b" providerId="LiveId" clId="{79894573-6A8D-4BF6-B886-8656FA8C3952}" dt="2023-05-06T04:17:48.487" v="2678" actId="164"/>
          <ac:grpSpMkLst>
            <pc:docMk/>
            <pc:sldMk cId="4104498734" sldId="259"/>
            <ac:grpSpMk id="40" creationId="{5E1A0EB9-873A-41AE-D53F-18E086B1F3C3}"/>
          </ac:grpSpMkLst>
        </pc:grpChg>
        <pc:grpChg chg="add mod topLvl">
          <ac:chgData name="Kuzmin Gregory" userId="60f5cda76aafd52b" providerId="LiveId" clId="{79894573-6A8D-4BF6-B886-8656FA8C3952}" dt="2023-05-06T04:17:48.487" v="2678" actId="164"/>
          <ac:grpSpMkLst>
            <pc:docMk/>
            <pc:sldMk cId="4104498734" sldId="259"/>
            <ac:grpSpMk id="44" creationId="{10938FD7-ACD4-83F3-688E-F35086B71EC6}"/>
          </ac:grpSpMkLst>
        </pc:grpChg>
        <pc:grpChg chg="add mod">
          <ac:chgData name="Kuzmin Gregory" userId="60f5cda76aafd52b" providerId="LiveId" clId="{79894573-6A8D-4BF6-B886-8656FA8C3952}" dt="2023-05-05T17:40:39.713" v="1162"/>
          <ac:grpSpMkLst>
            <pc:docMk/>
            <pc:sldMk cId="4104498734" sldId="259"/>
            <ac:grpSpMk id="48" creationId="{E4EF8957-1DCB-E13B-895A-FD0CC30350DB}"/>
          </ac:grpSpMkLst>
        </pc:grpChg>
        <pc:grpChg chg="add del mod">
          <ac:chgData name="Kuzmin Gregory" userId="60f5cda76aafd52b" providerId="LiveId" clId="{79894573-6A8D-4BF6-B886-8656FA8C3952}" dt="2023-05-06T04:27:24.845" v="2935" actId="478"/>
          <ac:grpSpMkLst>
            <pc:docMk/>
            <pc:sldMk cId="4104498734" sldId="259"/>
            <ac:grpSpMk id="63" creationId="{B4F46F78-C143-EE01-730F-82B1A463EB86}"/>
          </ac:grpSpMkLst>
        </pc:grpChg>
        <pc:grpChg chg="add del mod">
          <ac:chgData name="Kuzmin Gregory" userId="60f5cda76aafd52b" providerId="LiveId" clId="{79894573-6A8D-4BF6-B886-8656FA8C3952}" dt="2023-05-06T04:16:16.877" v="2629" actId="165"/>
          <ac:grpSpMkLst>
            <pc:docMk/>
            <pc:sldMk cId="4104498734" sldId="259"/>
            <ac:grpSpMk id="75" creationId="{7200F4B5-7D22-D70C-92A1-AD1CE7CCA6B3}"/>
          </ac:grpSpMkLst>
        </pc:grpChg>
        <pc:grpChg chg="add mod">
          <ac:chgData name="Kuzmin Gregory" userId="60f5cda76aafd52b" providerId="LiveId" clId="{79894573-6A8D-4BF6-B886-8656FA8C3952}" dt="2023-05-06T04:35:33.981" v="3680" actId="1036"/>
          <ac:grpSpMkLst>
            <pc:docMk/>
            <pc:sldMk cId="4104498734" sldId="259"/>
            <ac:grpSpMk id="87" creationId="{D0708180-CA25-7B95-FD0C-5CF21A8AECAE}"/>
          </ac:grpSpMkLst>
        </pc:grpChg>
        <pc:picChg chg="mod">
          <ac:chgData name="Kuzmin Gregory" userId="60f5cda76aafd52b" providerId="LiveId" clId="{79894573-6A8D-4BF6-B886-8656FA8C3952}" dt="2023-05-06T04:16:54.981" v="2645" actId="1076"/>
          <ac:picMkLst>
            <pc:docMk/>
            <pc:sldMk cId="4104498734" sldId="259"/>
            <ac:picMk id="7" creationId="{A665A490-DDE5-61E4-B346-B46EAD6E2995}"/>
          </ac:picMkLst>
        </pc:picChg>
        <pc:picChg chg="add mod">
          <ac:chgData name="Kuzmin Gregory" userId="60f5cda76aafd52b" providerId="LiveId" clId="{79894573-6A8D-4BF6-B886-8656FA8C3952}" dt="2023-05-06T04:16:16.877" v="2629" actId="165"/>
          <ac:picMkLst>
            <pc:docMk/>
            <pc:sldMk cId="4104498734" sldId="259"/>
            <ac:picMk id="8" creationId="{D1CEA8DE-795D-DDA3-E0C4-C6EBAA6ADA6F}"/>
          </ac:picMkLst>
        </pc:picChg>
        <pc:picChg chg="add mod modCrop">
          <ac:chgData name="Kuzmin Gregory" userId="60f5cda76aafd52b" providerId="LiveId" clId="{79894573-6A8D-4BF6-B886-8656FA8C3952}" dt="2023-05-06T04:16:22.784" v="2631" actId="1076"/>
          <ac:picMkLst>
            <pc:docMk/>
            <pc:sldMk cId="4104498734" sldId="259"/>
            <ac:picMk id="11" creationId="{481D4EF8-D8C3-1E4A-F6F3-F389C34E9948}"/>
          </ac:picMkLst>
        </pc:picChg>
        <pc:picChg chg="mod topLvl">
          <ac:chgData name="Kuzmin Gregory" userId="60f5cda76aafd52b" providerId="LiveId" clId="{79894573-6A8D-4BF6-B886-8656FA8C3952}" dt="2023-05-06T04:17:48.487" v="2678" actId="164"/>
          <ac:picMkLst>
            <pc:docMk/>
            <pc:sldMk cId="4104498734" sldId="259"/>
            <ac:picMk id="16" creationId="{18215924-A39F-7F19-BD63-9EFDCF780D1F}"/>
          </ac:picMkLst>
        </pc:picChg>
        <pc:picChg chg="mod">
          <ac:chgData name="Kuzmin Gregory" userId="60f5cda76aafd52b" providerId="LiveId" clId="{79894573-6A8D-4BF6-B886-8656FA8C3952}" dt="2023-05-05T17:28:09.794" v="733" actId="164"/>
          <ac:picMkLst>
            <pc:docMk/>
            <pc:sldMk cId="4104498734" sldId="259"/>
            <ac:picMk id="20" creationId="{AAB9E0C9-B042-FE5F-2E57-D370F2E6FD4D}"/>
          </ac:picMkLst>
        </pc:picChg>
        <pc:picChg chg="mod">
          <ac:chgData name="Kuzmin Gregory" userId="60f5cda76aafd52b" providerId="LiveId" clId="{79894573-6A8D-4BF6-B886-8656FA8C3952}" dt="2023-05-05T17:28:06.390" v="732" actId="164"/>
          <ac:picMkLst>
            <pc:docMk/>
            <pc:sldMk cId="4104498734" sldId="259"/>
            <ac:picMk id="24" creationId="{37F4402E-CB52-D116-D34E-67660DBB4790}"/>
          </ac:picMkLst>
        </pc:picChg>
        <pc:picChg chg="mod topLvl">
          <ac:chgData name="Kuzmin Gregory" userId="60f5cda76aafd52b" providerId="LiveId" clId="{79894573-6A8D-4BF6-B886-8656FA8C3952}" dt="2023-05-06T04:17:48.487" v="2678" actId="164"/>
          <ac:picMkLst>
            <pc:docMk/>
            <pc:sldMk cId="4104498734" sldId="259"/>
            <ac:picMk id="29" creationId="{5555131A-3312-A5C7-CF71-536A4EE720F6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32" creationId="{BDBC1B84-345D-0484-F86B-C27702003FF6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37" creationId="{FFF30312-70B2-786F-434B-9D76F4824F44}"/>
          </ac:picMkLst>
        </pc:picChg>
        <pc:picChg chg="mod">
          <ac:chgData name="Kuzmin Gregory" userId="60f5cda76aafd52b" providerId="LiveId" clId="{79894573-6A8D-4BF6-B886-8656FA8C3952}" dt="2023-05-06T04:16:16.877" v="2629" actId="165"/>
          <ac:picMkLst>
            <pc:docMk/>
            <pc:sldMk cId="4104498734" sldId="259"/>
            <ac:picMk id="42" creationId="{25188B22-8680-6AAB-6CD1-F03BD513A462}"/>
          </ac:picMkLst>
        </pc:picChg>
        <pc:picChg chg="mod">
          <ac:chgData name="Kuzmin Gregory" userId="60f5cda76aafd52b" providerId="LiveId" clId="{79894573-6A8D-4BF6-B886-8656FA8C3952}" dt="2023-05-06T04:16:16.877" v="2629" actId="165"/>
          <ac:picMkLst>
            <pc:docMk/>
            <pc:sldMk cId="4104498734" sldId="259"/>
            <ac:picMk id="46" creationId="{0B03EF1B-4A30-19BC-0231-9FE9356FAA98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50" creationId="{19E8E3A8-4823-5B5B-09EF-3566D96DD701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52" creationId="{324D971E-E1C8-6BC4-15F3-5E6D1FFF0677}"/>
          </ac:picMkLst>
        </pc:picChg>
        <pc:picChg chg="mod">
          <ac:chgData name="Kuzmin Gregory" userId="60f5cda76aafd52b" providerId="LiveId" clId="{79894573-6A8D-4BF6-B886-8656FA8C3952}" dt="2023-05-06T03:49:13.042" v="1944"/>
          <ac:picMkLst>
            <pc:docMk/>
            <pc:sldMk cId="4104498734" sldId="259"/>
            <ac:picMk id="53" creationId="{8E3EFD64-A138-C849-DBCC-75A612AE362B}"/>
          </ac:picMkLst>
        </pc:picChg>
        <pc:picChg chg="mod">
          <ac:chgData name="Kuzmin Gregory" userId="60f5cda76aafd52b" providerId="LiveId" clId="{79894573-6A8D-4BF6-B886-8656FA8C3952}" dt="2023-05-05T19:15:26.571" v="1828"/>
          <ac:picMkLst>
            <pc:docMk/>
            <pc:sldMk cId="4104498734" sldId="259"/>
            <ac:picMk id="54" creationId="{7F32078D-0B6E-4891-4D9C-C5F832B67AF2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55" creationId="{44FC35D6-640E-B5BE-0665-CA9027189A8D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56" creationId="{0C2A98C3-0B5B-45F6-2AFC-5221AD1EDF63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57" creationId="{1CCC1CB6-AD9E-CB74-E764-36F3148604F4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59" creationId="{7F7CC64E-C36C-4340-FB6F-8D177F3075C6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60" creationId="{2FFBE4EE-D4A9-0A71-0CE8-2F64F6EAFC97}"/>
          </ac:picMkLst>
        </pc:picChg>
        <pc:picChg chg="mod">
          <ac:chgData name="Kuzmin Gregory" userId="60f5cda76aafd52b" providerId="LiveId" clId="{79894573-6A8D-4BF6-B886-8656FA8C3952}" dt="2023-05-05T17:40:39.713" v="1162"/>
          <ac:picMkLst>
            <pc:docMk/>
            <pc:sldMk cId="4104498734" sldId="259"/>
            <ac:picMk id="61" creationId="{F931313A-0024-AE15-53EA-6D3836B9B1D4}"/>
          </ac:picMkLst>
        </pc:picChg>
        <pc:picChg chg="mod">
          <ac:chgData name="Kuzmin Gregory" userId="60f5cda76aafd52b" providerId="LiveId" clId="{79894573-6A8D-4BF6-B886-8656FA8C3952}" dt="2023-05-05T17:41:05.762" v="1232"/>
          <ac:picMkLst>
            <pc:docMk/>
            <pc:sldMk cId="4104498734" sldId="259"/>
            <ac:picMk id="66" creationId="{A92C0507-A5D0-C1CA-1CD0-E360922C5378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76" creationId="{64BD9BEE-49E2-EE42-11BD-06D5F5E5FD90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77" creationId="{DB371F51-CC80-4EC8-FC2D-0FCA9DD43210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78" creationId="{E2455437-5FC3-06F9-753E-7CC1D94E0B15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81" creationId="{CD789277-18F8-25C2-BA5E-EFEF2EA8263C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82" creationId="{B0C7BD59-F6E8-E181-4681-D89345AC9135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83" creationId="{188A66A5-0FC4-5307-938D-7DF9BD8C0E5A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84" creationId="{E75D5209-1815-8EA3-0153-1B18976EB11B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85" creationId="{23D6562C-8F8E-8FB2-BE93-271AF17F5B33}"/>
          </ac:picMkLst>
        </pc:picChg>
        <pc:picChg chg="mod">
          <ac:chgData name="Kuzmin Gregory" userId="60f5cda76aafd52b" providerId="LiveId" clId="{79894573-6A8D-4BF6-B886-8656FA8C3952}" dt="2023-05-06T04:27:25.256" v="2936"/>
          <ac:picMkLst>
            <pc:docMk/>
            <pc:sldMk cId="4104498734" sldId="259"/>
            <ac:picMk id="86" creationId="{53E1C0CB-CAFE-68DE-954F-E70D6A966BF7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91" creationId="{F94CD411-0435-DE09-04DA-A9BC59404DCE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94" creationId="{C934B8B5-BAA2-1F0B-F0B5-EA5A6DF58CBD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96" creationId="{A1223256-2A96-DC3F-8415-A1D38C935669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98" creationId="{39426497-24D2-F925-32C7-111A82FB8F90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99" creationId="{AAD2BAFE-0D2F-8FEB-AE6C-BEBE2FD6EA3D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102" creationId="{8D8DB15D-8EB0-DB24-1E7F-E9EB9188B491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103" creationId="{8FC7D643-6390-2716-6D97-F3CEB1FA7157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105" creationId="{7985F828-8EE0-3079-AF21-DB6E9AC83756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107" creationId="{0DFEB0D7-9568-7C84-98C3-90AF714A2AE6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110" creationId="{5C39BDE7-9917-AE4F-C17C-C8D46FD5DE79}"/>
          </ac:picMkLst>
        </pc:picChg>
        <pc:picChg chg="mod">
          <ac:chgData name="Kuzmin Gregory" userId="60f5cda76aafd52b" providerId="LiveId" clId="{79894573-6A8D-4BF6-B886-8656FA8C3952}" dt="2023-05-06T04:35:30.027" v="3603"/>
          <ac:picMkLst>
            <pc:docMk/>
            <pc:sldMk cId="4104498734" sldId="259"/>
            <ac:picMk id="111" creationId="{81B37C5A-ACDB-C63B-2308-E4C46342182B}"/>
          </ac:picMkLst>
        </pc:picChg>
        <pc:cxnChg chg="mod">
          <ac:chgData name="Kuzmin Gregory" userId="60f5cda76aafd52b" providerId="LiveId" clId="{79894573-6A8D-4BF6-B886-8656FA8C3952}" dt="2023-05-05T17:40:39.713" v="1162"/>
          <ac:cxnSpMkLst>
            <pc:docMk/>
            <pc:sldMk cId="4104498734" sldId="259"/>
            <ac:cxnSpMk id="51" creationId="{FE4B8CD8-69B7-BEEF-BA22-FC6DF5FF3E2C}"/>
          </ac:cxnSpMkLst>
        </pc:cxnChg>
        <pc:cxnChg chg="mod">
          <ac:chgData name="Kuzmin Gregory" userId="60f5cda76aafd52b" providerId="LiveId" clId="{79894573-6A8D-4BF6-B886-8656FA8C3952}" dt="2023-05-05T17:40:39.713" v="1162"/>
          <ac:cxnSpMkLst>
            <pc:docMk/>
            <pc:sldMk cId="4104498734" sldId="259"/>
            <ac:cxnSpMk id="58" creationId="{642D8D3D-E8F3-1105-F932-277DED3E256E}"/>
          </ac:cxnSpMkLst>
        </pc:cxnChg>
        <pc:cxnChg chg="mod">
          <ac:chgData name="Kuzmin Gregory" userId="60f5cda76aafd52b" providerId="LiveId" clId="{79894573-6A8D-4BF6-B886-8656FA8C3952}" dt="2023-05-05T17:40:39.713" v="1162"/>
          <ac:cxnSpMkLst>
            <pc:docMk/>
            <pc:sldMk cId="4104498734" sldId="259"/>
            <ac:cxnSpMk id="62" creationId="{827602B2-FE45-BD2F-85F1-381049213F7A}"/>
          </ac:cxnSpMkLst>
        </pc:cxnChg>
      </pc:sldChg>
      <pc:sldChg chg="addSp delSp modSp add mod modTransition">
        <pc:chgData name="Kuzmin Gregory" userId="60f5cda76aafd52b" providerId="LiveId" clId="{79894573-6A8D-4BF6-B886-8656FA8C3952}" dt="2023-05-06T04:35:41.541" v="3752" actId="1036"/>
        <pc:sldMkLst>
          <pc:docMk/>
          <pc:sldMk cId="2501901885" sldId="260"/>
        </pc:sldMkLst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2" creationId="{A46192B6-5487-E466-9726-37DA95BADFC0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4" creationId="{3D20B148-F3CF-610D-A80D-407514357D8B}"/>
          </ac:spMkLst>
        </pc:spChg>
        <pc:spChg chg="mod">
          <ac:chgData name="Kuzmin Gregory" userId="60f5cda76aafd52b" providerId="LiveId" clId="{79894573-6A8D-4BF6-B886-8656FA8C3952}" dt="2023-05-05T17:28:21.923" v="735" actId="164"/>
          <ac:spMkLst>
            <pc:docMk/>
            <pc:sldMk cId="2501901885" sldId="260"/>
            <ac:spMk id="4" creationId="{A4946AB5-A24C-B76D-1D06-44ABD7DBB563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5" creationId="{61FEF664-A024-7788-7752-76032E693490}"/>
          </ac:spMkLst>
        </pc:spChg>
        <pc:spChg chg="mod">
          <ac:chgData name="Kuzmin Gregory" userId="60f5cda76aafd52b" providerId="LiveId" clId="{79894573-6A8D-4BF6-B886-8656FA8C3952}" dt="2023-05-05T17:28:18.180" v="734" actId="164"/>
          <ac:spMkLst>
            <pc:docMk/>
            <pc:sldMk cId="2501901885" sldId="260"/>
            <ac:spMk id="6" creationId="{5A2235DF-E9C0-E0A3-4F37-3C9EBC290F63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6" creationId="{7290F907-5C08-0CAC-D699-EB1913F9B556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9" creationId="{E31E09BE-338F-3DBF-099C-96E4548748D6}"/>
          </ac:spMkLst>
        </pc:spChg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10" creationId="{D6F53B15-1F36-DE95-5692-E0D35389F768}"/>
          </ac:spMkLst>
        </pc:spChg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12" creationId="{90AD4EB9-E1C7-4F49-214E-A23FD17F84C2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13" creationId="{5C8C7BEA-FA3C-39F4-51A1-1A414E3F6656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15" creationId="{69F271CA-0B30-CF94-28DA-0E4ABC531B0B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17" creationId="{D4859A32-8D91-5CC9-E5C1-A152068AD76A}"/>
          </ac:spMkLst>
        </pc:spChg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18" creationId="{094E9C64-6615-9A65-708D-CDD498298CBE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19" creationId="{2DFAEC23-9DAE-4FFE-1B92-17B0533483A3}"/>
          </ac:spMkLst>
        </pc:spChg>
        <pc:spChg chg="mod">
          <ac:chgData name="Kuzmin Gregory" userId="60f5cda76aafd52b" providerId="LiveId" clId="{79894573-6A8D-4BF6-B886-8656FA8C3952}" dt="2023-05-06T03:50:28.315" v="2143"/>
          <ac:spMkLst>
            <pc:docMk/>
            <pc:sldMk cId="2501901885" sldId="260"/>
            <ac:spMk id="20" creationId="{DB73B009-F993-DE27-8D61-AEA4636E2DF6}"/>
          </ac:spMkLst>
        </pc:spChg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22" creationId="{A6324F44-ACE2-4FEC-3627-B1324C05EAE5}"/>
          </ac:spMkLst>
        </pc:spChg>
        <pc:spChg chg="mod">
          <ac:chgData name="Kuzmin Gregory" userId="60f5cda76aafd52b" providerId="LiveId" clId="{79894573-6A8D-4BF6-B886-8656FA8C3952}" dt="2023-05-06T04:27:29.950" v="2989"/>
          <ac:spMkLst>
            <pc:docMk/>
            <pc:sldMk cId="2501901885" sldId="260"/>
            <ac:spMk id="23" creationId="{3DF03118-0539-61E8-F1F6-332936537C76}"/>
          </ac:spMkLst>
        </pc:spChg>
        <pc:spChg chg="mod">
          <ac:chgData name="Kuzmin Gregory" userId="60f5cda76aafd52b" providerId="LiveId" clId="{79894573-6A8D-4BF6-B886-8656FA8C3952}" dt="2023-05-06T04:27:29.950" v="2989"/>
          <ac:spMkLst>
            <pc:docMk/>
            <pc:sldMk cId="2501901885" sldId="260"/>
            <ac:spMk id="25" creationId="{29702754-6313-DCA4-F6DA-11F736D307F8}"/>
          </ac:spMkLst>
        </pc:spChg>
        <pc:spChg chg="mod">
          <ac:chgData name="Kuzmin Gregory" userId="60f5cda76aafd52b" providerId="LiveId" clId="{79894573-6A8D-4BF6-B886-8656FA8C3952}" dt="2023-05-06T04:27:29.950" v="2989"/>
          <ac:spMkLst>
            <pc:docMk/>
            <pc:sldMk cId="2501901885" sldId="260"/>
            <ac:spMk id="26" creationId="{910B037F-BB6A-FBCC-1EBF-068F2029EB82}"/>
          </ac:spMkLst>
        </pc:spChg>
        <pc:spChg chg="mod">
          <ac:chgData name="Kuzmin Gregory" userId="60f5cda76aafd52b" providerId="LiveId" clId="{79894573-6A8D-4BF6-B886-8656FA8C3952}" dt="2023-05-06T04:27:29.950" v="2989"/>
          <ac:spMkLst>
            <pc:docMk/>
            <pc:sldMk cId="2501901885" sldId="260"/>
            <ac:spMk id="27" creationId="{58D9408B-123D-6977-CCCB-FEB1D715C18F}"/>
          </ac:spMkLst>
        </pc:spChg>
        <pc:spChg chg="mod">
          <ac:chgData name="Kuzmin Gregory" userId="60f5cda76aafd52b" providerId="LiveId" clId="{79894573-6A8D-4BF6-B886-8656FA8C3952}" dt="2023-05-06T04:27:29.950" v="2989"/>
          <ac:spMkLst>
            <pc:docMk/>
            <pc:sldMk cId="2501901885" sldId="260"/>
            <ac:spMk id="30" creationId="{3505AB11-1702-35E7-6F7A-8ECBC325D93A}"/>
          </ac:spMkLst>
        </pc:spChg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31" creationId="{B7B92F9E-8012-236C-D315-05CCB4C144C0}"/>
          </ac:spMkLst>
        </pc:spChg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33" creationId="{8D089CD7-1D44-5AEB-BDCF-F54622E7128B}"/>
          </ac:spMkLst>
        </pc:spChg>
        <pc:spChg chg="mod">
          <ac:chgData name="Kuzmin Gregory" userId="60f5cda76aafd52b" providerId="LiveId" clId="{79894573-6A8D-4BF6-B886-8656FA8C3952}" dt="2023-05-05T17:28:18.180" v="734" actId="164"/>
          <ac:spMkLst>
            <pc:docMk/>
            <pc:sldMk cId="2501901885" sldId="260"/>
            <ac:spMk id="36" creationId="{19BEF2DB-0A12-5004-918D-5305F13BB16D}"/>
          </ac:spMkLst>
        </pc:spChg>
        <pc:spChg chg="mod">
          <ac:chgData name="Kuzmin Gregory" userId="60f5cda76aafd52b" providerId="LiveId" clId="{79894573-6A8D-4BF6-B886-8656FA8C3952}" dt="2023-05-06T04:27:29.950" v="2989"/>
          <ac:spMkLst>
            <pc:docMk/>
            <pc:sldMk cId="2501901885" sldId="260"/>
            <ac:spMk id="36" creationId="{F616C77C-CC08-FED6-EFE3-3892AB56CF87}"/>
          </ac:spMkLst>
        </pc:spChg>
        <pc:spChg chg="mod">
          <ac:chgData name="Kuzmin Gregory" userId="60f5cda76aafd52b" providerId="LiveId" clId="{79894573-6A8D-4BF6-B886-8656FA8C3952}" dt="2023-05-05T17:28:21.923" v="735" actId="164"/>
          <ac:spMkLst>
            <pc:docMk/>
            <pc:sldMk cId="2501901885" sldId="260"/>
            <ac:spMk id="37" creationId="{4E9AE41C-CA3D-CF3A-CD5A-F50587BF9F71}"/>
          </ac:spMkLst>
        </pc:spChg>
        <pc:spChg chg="mod">
          <ac:chgData name="Kuzmin Gregory" userId="60f5cda76aafd52b" providerId="LiveId" clId="{79894573-6A8D-4BF6-B886-8656FA8C3952}" dt="2023-05-06T04:27:29.950" v="2989"/>
          <ac:spMkLst>
            <pc:docMk/>
            <pc:sldMk cId="2501901885" sldId="260"/>
            <ac:spMk id="37" creationId="{EE65A6BD-BF6B-AB45-CDC4-01B80816FCDB}"/>
          </ac:spMkLst>
        </pc:spChg>
        <pc:spChg chg="mod">
          <ac:chgData name="Kuzmin Gregory" userId="60f5cda76aafd52b" providerId="LiveId" clId="{79894573-6A8D-4BF6-B886-8656FA8C3952}" dt="2023-05-05T17:42:02.772" v="1374" actId="164"/>
          <ac:spMkLst>
            <pc:docMk/>
            <pc:sldMk cId="2501901885" sldId="260"/>
            <ac:spMk id="38" creationId="{54C6FCBD-A18A-1805-37A0-9FE457682F98}"/>
          </ac:spMkLst>
        </pc:spChg>
        <pc:spChg chg="mod">
          <ac:chgData name="Kuzmin Gregory" userId="60f5cda76aafd52b" providerId="LiveId" clId="{79894573-6A8D-4BF6-B886-8656FA8C3952}" dt="2023-05-05T17:30:26.401" v="748"/>
          <ac:spMkLst>
            <pc:docMk/>
            <pc:sldMk cId="2501901885" sldId="260"/>
            <ac:spMk id="40" creationId="{259BB351-1117-A9C0-5E81-2C0A8ECA4F6F}"/>
          </ac:spMkLst>
        </pc:spChg>
        <pc:spChg chg="mod">
          <ac:chgData name="Kuzmin Gregory" userId="60f5cda76aafd52b" providerId="LiveId" clId="{79894573-6A8D-4BF6-B886-8656FA8C3952}" dt="2023-05-05T17:30:26.401" v="748"/>
          <ac:spMkLst>
            <pc:docMk/>
            <pc:sldMk cId="2501901885" sldId="260"/>
            <ac:spMk id="42" creationId="{80BAC991-EE7C-A183-73DD-E9CA705C7893}"/>
          </ac:spMkLst>
        </pc:spChg>
        <pc:spChg chg="mod">
          <ac:chgData name="Kuzmin Gregory" userId="60f5cda76aafd52b" providerId="LiveId" clId="{79894573-6A8D-4BF6-B886-8656FA8C3952}" dt="2023-05-05T17:30:26.401" v="748"/>
          <ac:spMkLst>
            <pc:docMk/>
            <pc:sldMk cId="2501901885" sldId="260"/>
            <ac:spMk id="44" creationId="{04865A70-894B-C31D-70FF-0FC493284A2F}"/>
          </ac:spMkLst>
        </pc:spChg>
        <pc:spChg chg="mod">
          <ac:chgData name="Kuzmin Gregory" userId="60f5cda76aafd52b" providerId="LiveId" clId="{79894573-6A8D-4BF6-B886-8656FA8C3952}" dt="2023-05-05T17:30:26.401" v="748"/>
          <ac:spMkLst>
            <pc:docMk/>
            <pc:sldMk cId="2501901885" sldId="260"/>
            <ac:spMk id="46" creationId="{005F7AA6-CE29-5142-780A-868F83B9B02B}"/>
          </ac:spMkLst>
        </pc:spChg>
        <pc:spChg chg="mod">
          <ac:chgData name="Kuzmin Gregory" userId="60f5cda76aafd52b" providerId="LiveId" clId="{79894573-6A8D-4BF6-B886-8656FA8C3952}" dt="2023-05-05T17:40:43.255" v="1164"/>
          <ac:spMkLst>
            <pc:docMk/>
            <pc:sldMk cId="2501901885" sldId="260"/>
            <ac:spMk id="48" creationId="{7D7D2073-AA28-95E5-3C53-26675EA35B55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63" creationId="{C5F8D14E-E6FC-30CB-0752-703F57277C1C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64" creationId="{D92C5ACF-EB43-048C-A865-9F0DFB62EAE9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66" creationId="{860FBF9A-7521-A251-A59A-6E1F7219900A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67" creationId="{6B65E2DA-5D9B-E74C-1E8F-CE99AC3F2A13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68" creationId="{B5D0967C-D0B2-7831-2BF1-FBE00C0B7655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69" creationId="{BDB3A849-747D-0D9B-DE0B-7B549567ED74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70" creationId="{E06C04F7-2BE3-D48E-97FE-775079134163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71" creationId="{0238B97B-2B70-9739-6B1D-E4221F043683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72" creationId="{1A596D8D-B9B0-979A-01FE-BFA5849F9081}"/>
          </ac:spMkLst>
        </pc:spChg>
        <pc:spChg chg="mod">
          <ac:chgData name="Kuzmin Gregory" userId="60f5cda76aafd52b" providerId="LiveId" clId="{79894573-6A8D-4BF6-B886-8656FA8C3952}" dt="2023-05-05T17:41:12.093" v="1301"/>
          <ac:spMkLst>
            <pc:docMk/>
            <pc:sldMk cId="2501901885" sldId="260"/>
            <ac:spMk id="73" creationId="{B94B3510-7A7F-759B-BDE5-3744C3589F97}"/>
          </ac:spMkLst>
        </pc:spChg>
        <pc:spChg chg="mod">
          <ac:chgData name="Kuzmin Gregory" userId="60f5cda76aafd52b" providerId="LiveId" clId="{79894573-6A8D-4BF6-B886-8656FA8C3952}" dt="2023-05-06T04:27:36.195" v="3033"/>
          <ac:spMkLst>
            <pc:docMk/>
            <pc:sldMk cId="2501901885" sldId="260"/>
            <ac:spMk id="82" creationId="{0B4AC590-ECC0-66FC-8A2D-3FB31DCC8DD0}"/>
          </ac:spMkLst>
        </pc:spChg>
        <pc:spChg chg="mod">
          <ac:chgData name="Kuzmin Gregory" userId="60f5cda76aafd52b" providerId="LiveId" clId="{79894573-6A8D-4BF6-B886-8656FA8C3952}" dt="2023-05-06T04:27:36.195" v="3033"/>
          <ac:spMkLst>
            <pc:docMk/>
            <pc:sldMk cId="2501901885" sldId="260"/>
            <ac:spMk id="84" creationId="{1BADC162-2FD4-F1EB-5B85-C5AF333A6FF3}"/>
          </ac:spMkLst>
        </pc:spChg>
        <pc:spChg chg="mod">
          <ac:chgData name="Kuzmin Gregory" userId="60f5cda76aafd52b" providerId="LiveId" clId="{79894573-6A8D-4BF6-B886-8656FA8C3952}" dt="2023-05-06T04:27:36.195" v="3033"/>
          <ac:spMkLst>
            <pc:docMk/>
            <pc:sldMk cId="2501901885" sldId="260"/>
            <ac:spMk id="85" creationId="{BFD7FB31-8B02-3132-86F0-DED1648B675F}"/>
          </ac:spMkLst>
        </pc:spChg>
        <pc:spChg chg="mod">
          <ac:chgData name="Kuzmin Gregory" userId="60f5cda76aafd52b" providerId="LiveId" clId="{79894573-6A8D-4BF6-B886-8656FA8C3952}" dt="2023-05-06T04:27:36.195" v="3033"/>
          <ac:spMkLst>
            <pc:docMk/>
            <pc:sldMk cId="2501901885" sldId="260"/>
            <ac:spMk id="86" creationId="{12EB017D-8EA6-A9F0-50A9-306CB8C9B89A}"/>
          </ac:spMkLst>
        </pc:spChg>
        <pc:spChg chg="mod">
          <ac:chgData name="Kuzmin Gregory" userId="60f5cda76aafd52b" providerId="LiveId" clId="{79894573-6A8D-4BF6-B886-8656FA8C3952}" dt="2023-05-06T04:27:36.195" v="3033"/>
          <ac:spMkLst>
            <pc:docMk/>
            <pc:sldMk cId="2501901885" sldId="260"/>
            <ac:spMk id="88" creationId="{3C37F2F2-D337-90D9-58A0-CC56A4A00E7C}"/>
          </ac:spMkLst>
        </pc:spChg>
        <pc:spChg chg="mod">
          <ac:chgData name="Kuzmin Gregory" userId="60f5cda76aafd52b" providerId="LiveId" clId="{79894573-6A8D-4BF6-B886-8656FA8C3952}" dt="2023-05-06T04:27:36.195" v="3033"/>
          <ac:spMkLst>
            <pc:docMk/>
            <pc:sldMk cId="2501901885" sldId="260"/>
            <ac:spMk id="92" creationId="{9DAB10EE-BD96-95ED-A36A-3993F6CB4EC3}"/>
          </ac:spMkLst>
        </pc:spChg>
        <pc:spChg chg="mod">
          <ac:chgData name="Kuzmin Gregory" userId="60f5cda76aafd52b" providerId="LiveId" clId="{79894573-6A8D-4BF6-B886-8656FA8C3952}" dt="2023-05-06T04:27:36.195" v="3033"/>
          <ac:spMkLst>
            <pc:docMk/>
            <pc:sldMk cId="2501901885" sldId="260"/>
            <ac:spMk id="93" creationId="{F7A9EF9B-5C8F-2994-8331-48B530845136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01" creationId="{63FF3A64-B94E-851C-7E98-FEC582EE812D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02" creationId="{854CF2FC-80B7-7630-2166-7FD67136CADF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03" creationId="{05392037-C487-6F60-FF79-906F4A827046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05" creationId="{D87EA10E-8BFB-A31D-413F-B36BFA156348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06" creationId="{BE47590F-E594-93F9-6E22-8D252E6E2BCF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08" creationId="{BC2F7958-E673-0B89-F65C-0DB660D86015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10" creationId="{FAE7FB97-D01D-D4AE-384F-46A7A7C9FEF2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13" creationId="{04013D0D-46CB-5760-B441-5F9C9C0469D8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14" creationId="{77F33C58-F8C9-3C46-1CDC-2048E7DC2363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17" creationId="{76F3A53F-99ED-9772-8ED3-98D3E596E83C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19" creationId="{BDEBBA6B-E02F-F3E4-41E0-DE2FF7B6C645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21" creationId="{EE2791AA-0951-14DA-FE9B-45C832482B2E}"/>
          </ac:spMkLst>
        </pc:spChg>
        <pc:spChg chg="mod">
          <ac:chgData name="Kuzmin Gregory" userId="60f5cda76aafd52b" providerId="LiveId" clId="{79894573-6A8D-4BF6-B886-8656FA8C3952}" dt="2023-05-06T04:35:38.465" v="3682"/>
          <ac:spMkLst>
            <pc:docMk/>
            <pc:sldMk cId="2501901885" sldId="260"/>
            <ac:spMk id="122" creationId="{5AAA05E0-D50E-32E9-10F5-203FDA228824}"/>
          </ac:spMkLst>
        </pc:spChg>
        <pc:grpChg chg="del">
          <ac:chgData name="Kuzmin Gregory" userId="60f5cda76aafd52b" providerId="LiveId" clId="{79894573-6A8D-4BF6-B886-8656FA8C3952}" dt="2023-05-05T17:40:42.813" v="1163" actId="478"/>
          <ac:grpSpMkLst>
            <pc:docMk/>
            <pc:sldMk cId="2501901885" sldId="260"/>
            <ac:grpSpMk id="3" creationId="{547E094E-6CBD-B7AC-8013-7B49160741B7}"/>
          </ac:grpSpMkLst>
        </pc:grpChg>
        <pc:grpChg chg="add mod">
          <ac:chgData name="Kuzmin Gregory" userId="60f5cda76aafd52b" providerId="LiveId" clId="{79894573-6A8D-4BF6-B886-8656FA8C3952}" dt="2023-05-06T03:50:31.203" v="2195" actId="1035"/>
          <ac:grpSpMkLst>
            <pc:docMk/>
            <pc:sldMk cId="2501901885" sldId="260"/>
            <ac:grpSpMk id="3" creationId="{F0C8D870-6538-9569-4765-C364E1488CC1}"/>
          </ac:grpSpMkLst>
        </pc:grpChg>
        <pc:grpChg chg="add del mod">
          <ac:chgData name="Kuzmin Gregory" userId="60f5cda76aafd52b" providerId="LiveId" clId="{79894573-6A8D-4BF6-B886-8656FA8C3952}" dt="2023-05-05T17:30:24.999" v="746" actId="478"/>
          <ac:grpSpMkLst>
            <pc:docMk/>
            <pc:sldMk cId="2501901885" sldId="260"/>
            <ac:grpSpMk id="5" creationId="{18E2CF1C-04E2-74AC-B199-217AB707A5D3}"/>
          </ac:grpSpMkLst>
        </pc:grpChg>
        <pc:grpChg chg="mod">
          <ac:chgData name="Kuzmin Gregory" userId="60f5cda76aafd52b" providerId="LiveId" clId="{79894573-6A8D-4BF6-B886-8656FA8C3952}" dt="2023-05-05T17:42:02.772" v="1374" actId="164"/>
          <ac:grpSpMkLst>
            <pc:docMk/>
            <pc:sldMk cId="2501901885" sldId="260"/>
            <ac:grpSpMk id="14" creationId="{42ABD645-34EE-CEE5-0F84-ECC6D8A2C9BB}"/>
          </ac:grpSpMkLst>
        </pc:grpChg>
        <pc:grpChg chg="add del mod">
          <ac:chgData name="Kuzmin Gregory" userId="60f5cda76aafd52b" providerId="LiveId" clId="{79894573-6A8D-4BF6-B886-8656FA8C3952}" dt="2023-05-06T04:27:34.719" v="3031"/>
          <ac:grpSpMkLst>
            <pc:docMk/>
            <pc:sldMk cId="2501901885" sldId="260"/>
            <ac:grpSpMk id="21" creationId="{FFBD978E-86CD-E210-BAF0-270DA9A9492A}"/>
          </ac:grpSpMkLst>
        </pc:grpChg>
        <pc:grpChg chg="add del mod">
          <ac:chgData name="Kuzmin Gregory" userId="60f5cda76aafd52b" providerId="LiveId" clId="{79894573-6A8D-4BF6-B886-8656FA8C3952}" dt="2023-05-05T17:30:25.410" v="747" actId="478"/>
          <ac:grpSpMkLst>
            <pc:docMk/>
            <pc:sldMk cId="2501901885" sldId="260"/>
            <ac:grpSpMk id="26" creationId="{374411F4-B7D2-3C75-7753-AECF86130C1C}"/>
          </ac:grpSpMkLst>
        </pc:grpChg>
        <pc:grpChg chg="add mod">
          <ac:chgData name="Kuzmin Gregory" userId="60f5cda76aafd52b" providerId="LiveId" clId="{79894573-6A8D-4BF6-B886-8656FA8C3952}" dt="2023-05-05T17:42:02.772" v="1374" actId="164"/>
          <ac:grpSpMkLst>
            <pc:docMk/>
            <pc:sldMk cId="2501901885" sldId="260"/>
            <ac:grpSpMk id="39" creationId="{8EF24ECC-41D8-DAA0-D7FD-86DFB564C0B5}"/>
          </ac:grpSpMkLst>
        </pc:grpChg>
        <pc:grpChg chg="add mod">
          <ac:chgData name="Kuzmin Gregory" userId="60f5cda76aafd52b" providerId="LiveId" clId="{79894573-6A8D-4BF6-B886-8656FA8C3952}" dt="2023-05-05T17:42:02.772" v="1374" actId="164"/>
          <ac:grpSpMkLst>
            <pc:docMk/>
            <pc:sldMk cId="2501901885" sldId="260"/>
            <ac:grpSpMk id="43" creationId="{20593317-5EA0-30FD-5F6F-149A60A38129}"/>
          </ac:grpSpMkLst>
        </pc:grpChg>
        <pc:grpChg chg="add mod">
          <ac:chgData name="Kuzmin Gregory" userId="60f5cda76aafd52b" providerId="LiveId" clId="{79894573-6A8D-4BF6-B886-8656FA8C3952}" dt="2023-05-05T17:40:43.255" v="1164"/>
          <ac:grpSpMkLst>
            <pc:docMk/>
            <pc:sldMk cId="2501901885" sldId="260"/>
            <ac:grpSpMk id="47" creationId="{992D4DDD-2461-06E6-496E-FC32C3082B02}"/>
          </ac:grpSpMkLst>
        </pc:grpChg>
        <pc:grpChg chg="add del mod">
          <ac:chgData name="Kuzmin Gregory" userId="60f5cda76aafd52b" providerId="LiveId" clId="{79894573-6A8D-4BF6-B886-8656FA8C3952}" dt="2023-05-06T04:27:35.830" v="3032" actId="478"/>
          <ac:grpSpMkLst>
            <pc:docMk/>
            <pc:sldMk cId="2501901885" sldId="260"/>
            <ac:grpSpMk id="62" creationId="{1A3B347D-D640-E91B-5E15-84EE30F137DB}"/>
          </ac:grpSpMkLst>
        </pc:grpChg>
        <pc:grpChg chg="add mod">
          <ac:chgData name="Kuzmin Gregory" userId="60f5cda76aafd52b" providerId="LiveId" clId="{79894573-6A8D-4BF6-B886-8656FA8C3952}" dt="2023-05-05T17:42:02.772" v="1374" actId="164"/>
          <ac:grpSpMkLst>
            <pc:docMk/>
            <pc:sldMk cId="2501901885" sldId="260"/>
            <ac:grpSpMk id="74" creationId="{649AAE40-66CE-42EF-C1DF-B508366B3FE7}"/>
          </ac:grpSpMkLst>
        </pc:grpChg>
        <pc:grpChg chg="add del mod">
          <ac:chgData name="Kuzmin Gregory" userId="60f5cda76aafd52b" providerId="LiveId" clId="{79894573-6A8D-4BF6-B886-8656FA8C3952}" dt="2023-05-06T04:35:38.113" v="3681" actId="478"/>
          <ac:grpSpMkLst>
            <pc:docMk/>
            <pc:sldMk cId="2501901885" sldId="260"/>
            <ac:grpSpMk id="81" creationId="{F5C24317-C43D-FB78-BAF8-9BD7E577876C}"/>
          </ac:grpSpMkLst>
        </pc:grpChg>
        <pc:grpChg chg="add mod">
          <ac:chgData name="Kuzmin Gregory" userId="60f5cda76aafd52b" providerId="LiveId" clId="{79894573-6A8D-4BF6-B886-8656FA8C3952}" dt="2023-05-06T04:35:41.541" v="3752" actId="1036"/>
          <ac:grpSpMkLst>
            <pc:docMk/>
            <pc:sldMk cId="2501901885" sldId="260"/>
            <ac:grpSpMk id="100" creationId="{E1A0D648-8C72-49CA-5750-76CD4E9C57FC}"/>
          </ac:grpSpMkLst>
        </pc:grpChg>
        <pc:picChg chg="mod">
          <ac:chgData name="Kuzmin Gregory" userId="60f5cda76aafd52b" providerId="LiveId" clId="{79894573-6A8D-4BF6-B886-8656FA8C3952}" dt="2023-05-05T17:42:02.772" v="1374" actId="164"/>
          <ac:picMkLst>
            <pc:docMk/>
            <pc:sldMk cId="2501901885" sldId="260"/>
            <ac:picMk id="16" creationId="{18215924-A39F-7F19-BD63-9EFDCF780D1F}"/>
          </ac:picMkLst>
        </pc:picChg>
        <pc:picChg chg="mod">
          <ac:chgData name="Kuzmin Gregory" userId="60f5cda76aafd52b" providerId="LiveId" clId="{79894573-6A8D-4BF6-B886-8656FA8C3952}" dt="2023-05-05T17:28:21.923" v="735" actId="164"/>
          <ac:picMkLst>
            <pc:docMk/>
            <pc:sldMk cId="2501901885" sldId="260"/>
            <ac:picMk id="20" creationId="{AAB9E0C9-B042-FE5F-2E57-D370F2E6FD4D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24" creationId="{0049F652-5C2B-7AD4-8132-23B86D3E449E}"/>
          </ac:picMkLst>
        </pc:picChg>
        <pc:picChg chg="mod">
          <ac:chgData name="Kuzmin Gregory" userId="60f5cda76aafd52b" providerId="LiveId" clId="{79894573-6A8D-4BF6-B886-8656FA8C3952}" dt="2023-05-05T17:28:18.180" v="734" actId="164"/>
          <ac:picMkLst>
            <pc:docMk/>
            <pc:sldMk cId="2501901885" sldId="260"/>
            <ac:picMk id="24" creationId="{37F4402E-CB52-D116-D34E-67660DBB4790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28" creationId="{7E31B5CC-4499-B0B3-8C93-DC93C547CC74}"/>
          </ac:picMkLst>
        </pc:picChg>
        <pc:picChg chg="mod">
          <ac:chgData name="Kuzmin Gregory" userId="60f5cda76aafd52b" providerId="LiveId" clId="{79894573-6A8D-4BF6-B886-8656FA8C3952}" dt="2023-05-05T17:42:02.772" v="1374" actId="164"/>
          <ac:picMkLst>
            <pc:docMk/>
            <pc:sldMk cId="2501901885" sldId="260"/>
            <ac:picMk id="29" creationId="{5555131A-3312-A5C7-CF71-536A4EE720F6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32" creationId="{27E45BAF-CAC4-EEAD-1605-F7B4E00BB06E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34" creationId="{7A43785D-07EF-C7A7-FA58-A9EB12967DEF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35" creationId="{E201725A-13D8-91CF-B94C-C2EF2028E5DF}"/>
          </ac:picMkLst>
        </pc:picChg>
        <pc:picChg chg="mod">
          <ac:chgData name="Kuzmin Gregory" userId="60f5cda76aafd52b" providerId="LiveId" clId="{79894573-6A8D-4BF6-B886-8656FA8C3952}" dt="2023-05-05T17:30:26.401" v="748"/>
          <ac:picMkLst>
            <pc:docMk/>
            <pc:sldMk cId="2501901885" sldId="260"/>
            <ac:picMk id="41" creationId="{D670EC0B-5F65-A903-B6A3-BA403B86E41D}"/>
          </ac:picMkLst>
        </pc:picChg>
        <pc:picChg chg="mod">
          <ac:chgData name="Kuzmin Gregory" userId="60f5cda76aafd52b" providerId="LiveId" clId="{79894573-6A8D-4BF6-B886-8656FA8C3952}" dt="2023-05-05T17:30:26.401" v="748"/>
          <ac:picMkLst>
            <pc:docMk/>
            <pc:sldMk cId="2501901885" sldId="260"/>
            <ac:picMk id="45" creationId="{52D92219-21B0-A221-D113-0096318A2EC6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49" creationId="{834497E7-AE4D-5B0B-C6A1-E7E8BA11BECB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51" creationId="{B167CA5A-7F43-8A1A-A336-1B322AD91DC7}"/>
          </ac:picMkLst>
        </pc:picChg>
        <pc:picChg chg="mod">
          <ac:chgData name="Kuzmin Gregory" userId="60f5cda76aafd52b" providerId="LiveId" clId="{79894573-6A8D-4BF6-B886-8656FA8C3952}" dt="2023-05-06T03:49:19.607" v="1945"/>
          <ac:picMkLst>
            <pc:docMk/>
            <pc:sldMk cId="2501901885" sldId="260"/>
            <ac:picMk id="52" creationId="{AD2E25E7-FEB1-3605-9693-D1193B043C09}"/>
          </ac:picMkLst>
        </pc:picChg>
        <pc:picChg chg="mod">
          <ac:chgData name="Kuzmin Gregory" userId="60f5cda76aafd52b" providerId="LiveId" clId="{79894573-6A8D-4BF6-B886-8656FA8C3952}" dt="2023-05-05T19:15:31.125" v="1829"/>
          <ac:picMkLst>
            <pc:docMk/>
            <pc:sldMk cId="2501901885" sldId="260"/>
            <ac:picMk id="53" creationId="{F5E0009D-BF91-DEB6-17EE-03976FB114F5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54" creationId="{FD8FAC23-DC1F-3EE4-512B-953D3AD75F34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55" creationId="{6177440F-8E49-F79D-4956-CA5407149D85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56" creationId="{6909AFAC-3290-3010-5F2C-5222571149E4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58" creationId="{21FFA741-D1D4-1D72-7EFE-62A515A2F393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59" creationId="{C9C894F9-0DBE-CCCE-7B71-73A9E37F6090}"/>
          </ac:picMkLst>
        </pc:picChg>
        <pc:picChg chg="mod">
          <ac:chgData name="Kuzmin Gregory" userId="60f5cda76aafd52b" providerId="LiveId" clId="{79894573-6A8D-4BF6-B886-8656FA8C3952}" dt="2023-05-05T17:40:43.255" v="1164"/>
          <ac:picMkLst>
            <pc:docMk/>
            <pc:sldMk cId="2501901885" sldId="260"/>
            <ac:picMk id="60" creationId="{DA217970-C36A-9273-32E9-B9FB4AA08246}"/>
          </ac:picMkLst>
        </pc:picChg>
        <pc:picChg chg="mod">
          <ac:chgData name="Kuzmin Gregory" userId="60f5cda76aafd52b" providerId="LiveId" clId="{79894573-6A8D-4BF6-B886-8656FA8C3952}" dt="2023-05-05T17:41:12.093" v="1301"/>
          <ac:picMkLst>
            <pc:docMk/>
            <pc:sldMk cId="2501901885" sldId="260"/>
            <ac:picMk id="65" creationId="{EBD2B28E-AB1A-A930-4A35-CFC2FD022B66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75" creationId="{34287FC1-15B8-2217-7646-F59220EFC380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76" creationId="{A1903C67-FA49-D355-CD32-C145E1F4B972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77" creationId="{BEA0CB96-FA98-6A70-5849-EEBF1884C945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78" creationId="{0BEFF18D-0BA9-5798-704D-74FF23B6CAA1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79" creationId="{A0F01A2E-FFAD-97E3-8C3B-C8D60F826CD0}"/>
          </ac:picMkLst>
        </pc:picChg>
        <pc:picChg chg="mod">
          <ac:chgData name="Kuzmin Gregory" userId="60f5cda76aafd52b" providerId="LiveId" clId="{79894573-6A8D-4BF6-B886-8656FA8C3952}" dt="2023-05-06T04:27:29.950" v="2989"/>
          <ac:picMkLst>
            <pc:docMk/>
            <pc:sldMk cId="2501901885" sldId="260"/>
            <ac:picMk id="80" creationId="{E4687F2B-67DA-29DA-2A3C-93889934AF04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83" creationId="{DE735919-2FED-694A-D0D7-70F5C3449EBA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87" creationId="{4ECC71E4-9A73-6CB0-DEA1-B8F5B861675F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89" creationId="{AB21F429-B441-C76E-4F68-82F366A9049E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0" creationId="{150179F5-501E-7F47-EF8B-2B65C064B33D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1" creationId="{DCA5679A-0D36-F8D8-8A9E-E24055D47546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4" creationId="{9D62506B-928F-E2F5-48AB-E8ED8CFC001E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5" creationId="{7038B96F-E938-E650-7B1B-B88501C965F6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6" creationId="{9B1CF483-60B0-C9A4-DD89-FCCFB9ADC40E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7" creationId="{F4B4B5FF-4FA9-8D6B-3529-315630B25FEC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8" creationId="{EE7E3F5F-46A2-83EB-3ACA-9400F500CFB1}"/>
          </ac:picMkLst>
        </pc:picChg>
        <pc:picChg chg="mod">
          <ac:chgData name="Kuzmin Gregory" userId="60f5cda76aafd52b" providerId="LiveId" clId="{79894573-6A8D-4BF6-B886-8656FA8C3952}" dt="2023-05-06T04:27:36.195" v="3033"/>
          <ac:picMkLst>
            <pc:docMk/>
            <pc:sldMk cId="2501901885" sldId="260"/>
            <ac:picMk id="99" creationId="{2DACBCB2-505B-7972-ED40-BD63A14A1305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04" creationId="{79E31BBE-D024-7527-7369-7B869182328B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07" creationId="{A21BA872-7A88-5117-A007-400260D44D72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09" creationId="{89B49561-6735-8AA3-A996-8DF43C084DE8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11" creationId="{37E952DB-EDEB-B9FA-C3BC-A3430FAB575D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12" creationId="{40AD5798-8D4E-95D7-BFC2-E3C4471E413A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15" creationId="{DC506881-3F51-A1CB-9C0C-D3576E699222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16" creationId="{580F5B40-87B0-0019-F627-22A29A6D270B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18" creationId="{2CF34458-D70F-A2B2-BBC0-4CF502EA5368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20" creationId="{E670B108-6EC9-063A-094D-D338A9D41738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23" creationId="{186295F0-F4BD-5037-E175-A1CAB033DDA9}"/>
          </ac:picMkLst>
        </pc:picChg>
        <pc:picChg chg="mod">
          <ac:chgData name="Kuzmin Gregory" userId="60f5cda76aafd52b" providerId="LiveId" clId="{79894573-6A8D-4BF6-B886-8656FA8C3952}" dt="2023-05-06T04:35:38.465" v="3682"/>
          <ac:picMkLst>
            <pc:docMk/>
            <pc:sldMk cId="2501901885" sldId="260"/>
            <ac:picMk id="124" creationId="{EE03FE52-2518-99FD-970F-AAF3BDD9DACB}"/>
          </ac:picMkLst>
        </pc:picChg>
        <pc:cxnChg chg="mod">
          <ac:chgData name="Kuzmin Gregory" userId="60f5cda76aafd52b" providerId="LiveId" clId="{79894573-6A8D-4BF6-B886-8656FA8C3952}" dt="2023-05-05T17:40:43.255" v="1164"/>
          <ac:cxnSpMkLst>
            <pc:docMk/>
            <pc:sldMk cId="2501901885" sldId="260"/>
            <ac:cxnSpMk id="50" creationId="{FD5BDFD4-A188-2A0D-D820-1F6C2928220B}"/>
          </ac:cxnSpMkLst>
        </pc:cxnChg>
        <pc:cxnChg chg="mod">
          <ac:chgData name="Kuzmin Gregory" userId="60f5cda76aafd52b" providerId="LiveId" clId="{79894573-6A8D-4BF6-B886-8656FA8C3952}" dt="2023-05-05T17:40:43.255" v="1164"/>
          <ac:cxnSpMkLst>
            <pc:docMk/>
            <pc:sldMk cId="2501901885" sldId="260"/>
            <ac:cxnSpMk id="57" creationId="{F2706B5F-39E7-8C38-82BA-79A6573B9C97}"/>
          </ac:cxnSpMkLst>
        </pc:cxnChg>
        <pc:cxnChg chg="mod">
          <ac:chgData name="Kuzmin Gregory" userId="60f5cda76aafd52b" providerId="LiveId" clId="{79894573-6A8D-4BF6-B886-8656FA8C3952}" dt="2023-05-05T17:40:43.255" v="1164"/>
          <ac:cxnSpMkLst>
            <pc:docMk/>
            <pc:sldMk cId="2501901885" sldId="260"/>
            <ac:cxnSpMk id="61" creationId="{C01B010B-3CC8-FB0E-2298-1EBCEC856FBD}"/>
          </ac:cxnSpMkLst>
        </pc:cxnChg>
      </pc:sldChg>
      <pc:sldChg chg="addSp delSp modSp add mod ord">
        <pc:chgData name="Kuzmin Gregory" userId="60f5cda76aafd52b" providerId="LiveId" clId="{79894573-6A8D-4BF6-B886-8656FA8C3952}" dt="2023-05-06T04:35:48.327" v="3826" actId="1036"/>
        <pc:sldMkLst>
          <pc:docMk/>
          <pc:sldMk cId="4087428332" sldId="261"/>
        </pc:sldMkLst>
        <pc:spChg chg="mod topLvl">
          <ac:chgData name="Kuzmin Gregory" userId="60f5cda76aafd52b" providerId="LiveId" clId="{79894573-6A8D-4BF6-B886-8656FA8C3952}" dt="2023-05-05T19:14:39.955" v="1751" actId="164"/>
          <ac:spMkLst>
            <pc:docMk/>
            <pc:sldMk cId="4087428332" sldId="261"/>
            <ac:spMk id="3" creationId="{9CAC7B16-7EA7-6E45-2935-E3D32FC5D592}"/>
          </ac:spMkLst>
        </pc:spChg>
        <pc:spChg chg="mod topLvl">
          <ac:chgData name="Kuzmin Gregory" userId="60f5cda76aafd52b" providerId="LiveId" clId="{79894573-6A8D-4BF6-B886-8656FA8C3952}" dt="2023-05-05T19:14:39.955" v="1751" actId="164"/>
          <ac:spMkLst>
            <pc:docMk/>
            <pc:sldMk cId="4087428332" sldId="261"/>
            <ac:spMk id="4" creationId="{DD39DE59-5C9A-1A02-D355-E2AEB07B0B18}"/>
          </ac:spMkLst>
        </pc:spChg>
        <pc:spChg chg="del mod topLvl">
          <ac:chgData name="Kuzmin Gregory" userId="60f5cda76aafd52b" providerId="LiveId" clId="{79894573-6A8D-4BF6-B886-8656FA8C3952}" dt="2023-05-05T19:13:11.192" v="1691" actId="478"/>
          <ac:spMkLst>
            <pc:docMk/>
            <pc:sldMk cId="4087428332" sldId="261"/>
            <ac:spMk id="5" creationId="{28B2F938-3007-C384-3832-F609456B21F7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5" creationId="{CC3E6312-34CA-921A-6A20-BC8A9D5B69BD}"/>
          </ac:spMkLst>
        </pc:spChg>
        <pc:spChg chg="del mod topLvl">
          <ac:chgData name="Kuzmin Gregory" userId="60f5cda76aafd52b" providerId="LiveId" clId="{79894573-6A8D-4BF6-B886-8656FA8C3952}" dt="2023-05-05T19:13:17.402" v="1696" actId="478"/>
          <ac:spMkLst>
            <pc:docMk/>
            <pc:sldMk cId="4087428332" sldId="261"/>
            <ac:spMk id="6" creationId="{B7A006DE-2F9F-47A4-7133-34B331520AA9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6" creationId="{B9606665-2C48-DDE9-E026-98414A34489A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8" creationId="{1B2C0165-89E5-1A02-BCCD-30F564CFFBD6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10" creationId="{A2DCD1C1-F7B1-A81C-62AB-248390AE6507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11" creationId="{1286584E-F336-E200-5101-68162A993EC0}"/>
          </ac:spMkLst>
        </pc:spChg>
        <pc:spChg chg="del mod topLvl">
          <ac:chgData name="Kuzmin Gregory" userId="60f5cda76aafd52b" providerId="LiveId" clId="{79894573-6A8D-4BF6-B886-8656FA8C3952}" dt="2023-05-05T19:13:12.998" v="1693" actId="478"/>
          <ac:spMkLst>
            <pc:docMk/>
            <pc:sldMk cId="4087428332" sldId="261"/>
            <ac:spMk id="11" creationId="{BA518990-F8E2-60A6-EC21-67DFD77692F0}"/>
          </ac:spMkLst>
        </pc:spChg>
        <pc:spChg chg="del mod topLvl">
          <ac:chgData name="Kuzmin Gregory" userId="60f5cda76aafd52b" providerId="LiveId" clId="{79894573-6A8D-4BF6-B886-8656FA8C3952}" dt="2023-05-05T19:13:14.826" v="1695" actId="478"/>
          <ac:spMkLst>
            <pc:docMk/>
            <pc:sldMk cId="4087428332" sldId="261"/>
            <ac:spMk id="12" creationId="{5F04EE15-A478-4761-82CD-B048C1E83E23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12" creationId="{F54FA8F3-873E-D0E6-5081-8D642D12E98F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14" creationId="{D98C6ADE-7139-7224-9D6F-282F212AD050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16" creationId="{184CA3AF-592A-F858-D3A7-DE6070543B02}"/>
          </ac:spMkLst>
        </pc:spChg>
        <pc:spChg chg="mod topLvl">
          <ac:chgData name="Kuzmin Gregory" userId="60f5cda76aafd52b" providerId="LiveId" clId="{79894573-6A8D-4BF6-B886-8656FA8C3952}" dt="2023-05-05T19:14:39.955" v="1751" actId="164"/>
          <ac:spMkLst>
            <pc:docMk/>
            <pc:sldMk cId="4087428332" sldId="261"/>
            <ac:spMk id="18" creationId="{FA86F249-F4FA-CA98-1319-26EFDD606DAE}"/>
          </ac:spMkLst>
        </pc:spChg>
        <pc:spChg chg="add del">
          <ac:chgData name="Kuzmin Gregory" userId="60f5cda76aafd52b" providerId="LiveId" clId="{79894573-6A8D-4BF6-B886-8656FA8C3952}" dt="2023-05-06T04:27:46.584" v="3086" actId="478"/>
          <ac:spMkLst>
            <pc:docMk/>
            <pc:sldMk cId="4087428332" sldId="261"/>
            <ac:spMk id="22" creationId="{41C5B02F-A810-4B55-AC7D-705EE86A5DAD}"/>
          </ac:spMkLst>
        </pc:spChg>
        <pc:spChg chg="mod topLvl">
          <ac:chgData name="Kuzmin Gregory" userId="60f5cda76aafd52b" providerId="LiveId" clId="{79894573-6A8D-4BF6-B886-8656FA8C3952}" dt="2023-05-05T19:14:39.955" v="1751" actId="164"/>
          <ac:spMkLst>
            <pc:docMk/>
            <pc:sldMk cId="4087428332" sldId="261"/>
            <ac:spMk id="42" creationId="{7C5D2EEA-7355-81C6-8F78-0D613F9883A9}"/>
          </ac:spMkLst>
        </pc:spChg>
        <pc:spChg chg="mod">
          <ac:chgData name="Kuzmin Gregory" userId="60f5cda76aafd52b" providerId="LiveId" clId="{79894573-6A8D-4BF6-B886-8656FA8C3952}" dt="2023-05-06T03:50:34.794" v="2196"/>
          <ac:spMkLst>
            <pc:docMk/>
            <pc:sldMk cId="4087428332" sldId="261"/>
            <ac:spMk id="43" creationId="{753E5DC1-5746-4A9F-8ED1-BD4CDBBBFFE7}"/>
          </ac:spMkLst>
        </pc:spChg>
        <pc:spChg chg="mod topLvl">
          <ac:chgData name="Kuzmin Gregory" userId="60f5cda76aafd52b" providerId="LiveId" clId="{79894573-6A8D-4BF6-B886-8656FA8C3952}" dt="2023-05-05T19:14:39.955" v="1751" actId="164"/>
          <ac:spMkLst>
            <pc:docMk/>
            <pc:sldMk cId="4087428332" sldId="261"/>
            <ac:spMk id="44" creationId="{956655D8-B99B-1D50-3797-D1DFBDB07057}"/>
          </ac:spMkLst>
        </pc:spChg>
        <pc:spChg chg="mod topLvl">
          <ac:chgData name="Kuzmin Gregory" userId="60f5cda76aafd52b" providerId="LiveId" clId="{79894573-6A8D-4BF6-B886-8656FA8C3952}" dt="2023-05-05T19:14:39.955" v="1751" actId="164"/>
          <ac:spMkLst>
            <pc:docMk/>
            <pc:sldMk cId="4087428332" sldId="261"/>
            <ac:spMk id="45" creationId="{8FF4E945-E370-B808-0FE0-A6244AC68F36}"/>
          </ac:spMkLst>
        </pc:spChg>
        <pc:spChg chg="mod topLvl">
          <ac:chgData name="Kuzmin Gregory" userId="60f5cda76aafd52b" providerId="LiveId" clId="{79894573-6A8D-4BF6-B886-8656FA8C3952}" dt="2023-05-05T19:14:39.955" v="1751" actId="164"/>
          <ac:spMkLst>
            <pc:docMk/>
            <pc:sldMk cId="4087428332" sldId="261"/>
            <ac:spMk id="47" creationId="{65244C35-68A0-FECD-140D-8C30294963B4}"/>
          </ac:spMkLst>
        </pc:spChg>
        <pc:spChg chg="mod">
          <ac:chgData name="Kuzmin Gregory" userId="60f5cda76aafd52b" providerId="LiveId" clId="{79894573-6A8D-4BF6-B886-8656FA8C3952}" dt="2023-05-06T04:27:40.759" v="3083"/>
          <ac:spMkLst>
            <pc:docMk/>
            <pc:sldMk cId="4087428332" sldId="261"/>
            <ac:spMk id="48" creationId="{EBE8BF63-9CEB-F97E-C287-B3F2A6EDE152}"/>
          </ac:spMkLst>
        </pc:spChg>
        <pc:spChg chg="mod">
          <ac:chgData name="Kuzmin Gregory" userId="60f5cda76aafd52b" providerId="LiveId" clId="{79894573-6A8D-4BF6-B886-8656FA8C3952}" dt="2023-05-06T04:27:40.759" v="3083"/>
          <ac:spMkLst>
            <pc:docMk/>
            <pc:sldMk cId="4087428332" sldId="261"/>
            <ac:spMk id="53" creationId="{28BC4A1D-4C4E-7DE3-A984-EAF23ADF267B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54" creationId="{BA2FD68D-FB84-9549-83EA-6B43CCAA6706}"/>
          </ac:spMkLst>
        </pc:spChg>
        <pc:spChg chg="mod">
          <ac:chgData name="Kuzmin Gregory" userId="60f5cda76aafd52b" providerId="LiveId" clId="{79894573-6A8D-4BF6-B886-8656FA8C3952}" dt="2023-05-06T04:27:40.759" v="3083"/>
          <ac:spMkLst>
            <pc:docMk/>
            <pc:sldMk cId="4087428332" sldId="261"/>
            <ac:spMk id="54" creationId="{CFD86310-C098-61B6-5B95-E3DB56B90001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55" creationId="{2B75C694-525C-B030-961A-FF3CDBDA9C66}"/>
          </ac:spMkLst>
        </pc:spChg>
        <pc:spChg chg="mod">
          <ac:chgData name="Kuzmin Gregory" userId="60f5cda76aafd52b" providerId="LiveId" clId="{79894573-6A8D-4BF6-B886-8656FA8C3952}" dt="2023-05-06T04:27:40.759" v="3083"/>
          <ac:spMkLst>
            <pc:docMk/>
            <pc:sldMk cId="4087428332" sldId="261"/>
            <ac:spMk id="55" creationId="{EE9733A1-7901-DC22-DF75-E51B9F12036B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57" creationId="{89E3282D-B181-27FF-37B9-0B5B23EC58C4}"/>
          </ac:spMkLst>
        </pc:spChg>
        <pc:spChg chg="mod">
          <ac:chgData name="Kuzmin Gregory" userId="60f5cda76aafd52b" providerId="LiveId" clId="{79894573-6A8D-4BF6-B886-8656FA8C3952}" dt="2023-05-06T04:27:40.759" v="3083"/>
          <ac:spMkLst>
            <pc:docMk/>
            <pc:sldMk cId="4087428332" sldId="261"/>
            <ac:spMk id="57" creationId="{B92C7671-66C1-4098-AF18-4EBBED446573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58" creationId="{5E107789-C0D4-13E6-52B5-4FE17FFF9952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59" creationId="{0972EE66-83C3-CBCD-57A7-02B9149D8A9B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60" creationId="{64CDADC9-E58F-0AF5-65C5-C80391ED9815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61" creationId="{C446F467-B64A-5837-A89E-7BF45944C273}"/>
          </ac:spMkLst>
        </pc:spChg>
        <pc:spChg chg="mod">
          <ac:chgData name="Kuzmin Gregory" userId="60f5cda76aafd52b" providerId="LiveId" clId="{79894573-6A8D-4BF6-B886-8656FA8C3952}" dt="2023-05-06T04:27:40.759" v="3083"/>
          <ac:spMkLst>
            <pc:docMk/>
            <pc:sldMk cId="4087428332" sldId="261"/>
            <ac:spMk id="61" creationId="{CB9A81B7-5BDE-2A3B-22D0-6337E3065EB7}"/>
          </ac:spMkLst>
        </pc:spChg>
        <pc:spChg chg="mod">
          <ac:chgData name="Kuzmin Gregory" userId="60f5cda76aafd52b" providerId="LiveId" clId="{79894573-6A8D-4BF6-B886-8656FA8C3952}" dt="2023-05-06T04:27:40.759" v="3083"/>
          <ac:spMkLst>
            <pc:docMk/>
            <pc:sldMk cId="4087428332" sldId="261"/>
            <ac:spMk id="62" creationId="{1857D044-4347-4873-FD6D-0793944DB187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62" creationId="{B99607EC-410A-D5D1-5B14-B48FE24F0638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63" creationId="{9E00A8F3-214F-1E5A-4496-300C7F18ECEF}"/>
          </ac:spMkLst>
        </pc:spChg>
        <pc:spChg chg="mod">
          <ac:chgData name="Kuzmin Gregory" userId="60f5cda76aafd52b" providerId="LiveId" clId="{79894573-6A8D-4BF6-B886-8656FA8C3952}" dt="2023-05-05T19:15:44.289" v="1830"/>
          <ac:spMkLst>
            <pc:docMk/>
            <pc:sldMk cId="4087428332" sldId="261"/>
            <ac:spMk id="64" creationId="{D8B0B5D6-E8C4-9B33-544F-3CDA72F11884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70" creationId="{CAC133CD-6519-B4BC-1E56-4EAD60BD1ABF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71" creationId="{B2B6ADE3-A408-7C2F-EDAE-53BB824C5709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72" creationId="{9B602728-0B67-F099-EC93-53FA5995C7F9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74" creationId="{EC1EBF37-EEED-C811-0AFB-B494C3DB655B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75" creationId="{6FDBEE0C-2A69-4099-84EF-57DD90DFFC9E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77" creationId="{369694E1-F3A5-55DC-CEC5-BBF50EC49294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79" creationId="{B5FE58AB-104C-31C4-DD8C-AD4E16BE0743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82" creationId="{C03C2EA7-7B0C-A27A-C5B3-11376D69FB4E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83" creationId="{4D1526E5-CE45-0C9A-3B30-EA0F622819B6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86" creationId="{8771F8DB-B5E5-BAEE-8DF1-239FD8B78D68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88" creationId="{B3A9C6B5-9B33-0219-74A9-554468D12A44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90" creationId="{3D2D892A-6806-1882-E048-579518D18006}"/>
          </ac:spMkLst>
        </pc:spChg>
        <pc:spChg chg="mod">
          <ac:chgData name="Kuzmin Gregory" userId="60f5cda76aafd52b" providerId="LiveId" clId="{79894573-6A8D-4BF6-B886-8656FA8C3952}" dt="2023-05-06T04:35:45.245" v="3754"/>
          <ac:spMkLst>
            <pc:docMk/>
            <pc:sldMk cId="4087428332" sldId="261"/>
            <ac:spMk id="91" creationId="{337A5311-64A0-1388-38B4-766B225B8010}"/>
          </ac:spMkLst>
        </pc:spChg>
        <pc:grpChg chg="add mod">
          <ac:chgData name="Kuzmin Gregory" userId="60f5cda76aafd52b" providerId="LiveId" clId="{79894573-6A8D-4BF6-B886-8656FA8C3952}" dt="2023-05-06T03:50:38.452" v="2255" actId="1035"/>
          <ac:grpSpMkLst>
            <pc:docMk/>
            <pc:sldMk cId="4087428332" sldId="261"/>
            <ac:grpSpMk id="2" creationId="{5E0D243D-B850-0D8B-3D54-4754F7106D51}"/>
          </ac:grpSpMkLst>
        </pc:grpChg>
        <pc:grpChg chg="add del mod">
          <ac:chgData name="Kuzmin Gregory" userId="60f5cda76aafd52b" providerId="LiveId" clId="{79894573-6A8D-4BF6-B886-8656FA8C3952}" dt="2023-05-05T19:09:44.825" v="1632" actId="165"/>
          <ac:grpSpMkLst>
            <pc:docMk/>
            <pc:sldMk cId="4087428332" sldId="261"/>
            <ac:grpSpMk id="2" creationId="{A8169289-40B6-8F14-DA96-E80A842BF523}"/>
          </ac:grpSpMkLst>
        </pc:grpChg>
        <pc:grpChg chg="del mod topLvl">
          <ac:chgData name="Kuzmin Gregory" userId="60f5cda76aafd52b" providerId="LiveId" clId="{79894573-6A8D-4BF6-B886-8656FA8C3952}" dt="2023-05-05T19:09:51.772" v="1633" actId="165"/>
          <ac:grpSpMkLst>
            <pc:docMk/>
            <pc:sldMk cId="4087428332" sldId="261"/>
            <ac:grpSpMk id="14" creationId="{A347B951-E66C-3F04-C84E-6D816B168E9B}"/>
          </ac:grpSpMkLst>
        </pc:grpChg>
        <pc:grpChg chg="del mod topLvl">
          <ac:chgData name="Kuzmin Gregory" userId="60f5cda76aafd52b" providerId="LiveId" clId="{79894573-6A8D-4BF6-B886-8656FA8C3952}" dt="2023-05-05T19:09:51.772" v="1633" actId="165"/>
          <ac:grpSpMkLst>
            <pc:docMk/>
            <pc:sldMk cId="4087428332" sldId="261"/>
            <ac:grpSpMk id="16" creationId="{E8EBB499-8411-27CE-1442-488294811F77}"/>
          </ac:grpSpMkLst>
        </pc:grpChg>
        <pc:grpChg chg="del">
          <ac:chgData name="Kuzmin Gregory" userId="60f5cda76aafd52b" providerId="LiveId" clId="{79894573-6A8D-4BF6-B886-8656FA8C3952}" dt="2023-05-06T04:27:48.216" v="3087" actId="478"/>
          <ac:grpSpMkLst>
            <pc:docMk/>
            <pc:sldMk cId="4087428332" sldId="261"/>
            <ac:grpSpMk id="20" creationId="{60D6A616-1BF1-F23C-E9C9-1054FC28FD67}"/>
          </ac:grpSpMkLst>
        </pc:grpChg>
        <pc:grpChg chg="add del mod">
          <ac:chgData name="Kuzmin Gregory" userId="60f5cda76aafd52b" providerId="LiveId" clId="{79894573-6A8D-4BF6-B886-8656FA8C3952}" dt="2023-05-06T04:35:44.806" v="3753" actId="478"/>
          <ac:grpSpMkLst>
            <pc:docMk/>
            <pc:sldMk cId="4087428332" sldId="261"/>
            <ac:grpSpMk id="46" creationId="{D5ADAFC6-298A-299F-C22D-B2FC9CD3B7BF}"/>
          </ac:grpSpMkLst>
        </pc:grpChg>
        <pc:grpChg chg="add mod">
          <ac:chgData name="Kuzmin Gregory" userId="60f5cda76aafd52b" providerId="LiveId" clId="{79894573-6A8D-4BF6-B886-8656FA8C3952}" dt="2023-05-06T03:47:04.664" v="1900" actId="1076"/>
          <ac:grpSpMkLst>
            <pc:docMk/>
            <pc:sldMk cId="4087428332" sldId="261"/>
            <ac:grpSpMk id="52" creationId="{5F513DF0-54E3-5C67-7A34-B931DDFCAB1E}"/>
          </ac:grpSpMkLst>
        </pc:grpChg>
        <pc:grpChg chg="add del mod">
          <ac:chgData name="Kuzmin Gregory" userId="60f5cda76aafd52b" providerId="LiveId" clId="{79894573-6A8D-4BF6-B886-8656FA8C3952}" dt="2023-05-05T19:15:48.593" v="1891" actId="478"/>
          <ac:grpSpMkLst>
            <pc:docMk/>
            <pc:sldMk cId="4087428332" sldId="261"/>
            <ac:grpSpMk id="53" creationId="{9A6114D1-7713-1B92-494D-875100DC7A32}"/>
          </ac:grpSpMkLst>
        </pc:grpChg>
        <pc:grpChg chg="add mod">
          <ac:chgData name="Kuzmin Gregory" userId="60f5cda76aafd52b" providerId="LiveId" clId="{79894573-6A8D-4BF6-B886-8656FA8C3952}" dt="2023-05-06T04:35:48.327" v="3826" actId="1036"/>
          <ac:grpSpMkLst>
            <pc:docMk/>
            <pc:sldMk cId="4087428332" sldId="261"/>
            <ac:grpSpMk id="69" creationId="{D610F49F-8E2C-3246-344A-733DAFE4130C}"/>
          </ac:grpSpMkLst>
        </pc:grpChg>
        <pc:picChg chg="del mod topLvl">
          <ac:chgData name="Kuzmin Gregory" userId="60f5cda76aafd52b" providerId="LiveId" clId="{79894573-6A8D-4BF6-B886-8656FA8C3952}" dt="2023-05-05T19:13:13.570" v="1694" actId="478"/>
          <ac:picMkLst>
            <pc:docMk/>
            <pc:sldMk cId="4087428332" sldId="261"/>
            <ac:picMk id="8" creationId="{285C56A3-E693-93EB-7E4E-EF6FDDE3CA38}"/>
          </ac:picMkLst>
        </pc:picChg>
        <pc:picChg chg="del mod topLvl">
          <ac:chgData name="Kuzmin Gregory" userId="60f5cda76aafd52b" providerId="LiveId" clId="{79894573-6A8D-4BF6-B886-8656FA8C3952}" dt="2023-05-05T19:13:11.886" v="1692" actId="478"/>
          <ac:picMkLst>
            <pc:docMk/>
            <pc:sldMk cId="4087428332" sldId="261"/>
            <ac:picMk id="10" creationId="{F1F44274-68A2-0353-6F3A-165B9140CB7F}"/>
          </ac:picMkLst>
        </pc:picChg>
        <pc:picChg chg="mod">
          <ac:chgData name="Kuzmin Gregory" userId="60f5cda76aafd52b" providerId="LiveId" clId="{79894573-6A8D-4BF6-B886-8656FA8C3952}" dt="2023-05-06T03:49:25.207" v="1946"/>
          <ac:picMkLst>
            <pc:docMk/>
            <pc:sldMk cId="4087428332" sldId="261"/>
            <ac:picMk id="19" creationId="{2414DFBE-59DC-48AF-4F14-99F0A459E83F}"/>
          </ac:picMkLst>
        </pc:picChg>
        <pc:picChg chg="del mod topLvl">
          <ac:chgData name="Kuzmin Gregory" userId="60f5cda76aafd52b" providerId="LiveId" clId="{79894573-6A8D-4BF6-B886-8656FA8C3952}" dt="2023-05-05T19:10:56.242" v="1643" actId="478"/>
          <ac:picMkLst>
            <pc:docMk/>
            <pc:sldMk cId="4087428332" sldId="261"/>
            <ac:picMk id="43" creationId="{D33385F2-4547-A8DD-D984-A2C84EA195F0}"/>
          </ac:picMkLst>
        </pc:picChg>
        <pc:picChg chg="del mod topLvl">
          <ac:chgData name="Kuzmin Gregory" userId="60f5cda76aafd52b" providerId="LiveId" clId="{79894573-6A8D-4BF6-B886-8656FA8C3952}" dt="2023-05-05T19:11:53.461" v="1671" actId="478"/>
          <ac:picMkLst>
            <pc:docMk/>
            <pc:sldMk cId="4087428332" sldId="261"/>
            <ac:picMk id="46" creationId="{215A7B02-7BF0-9A01-0A27-265E508DB36E}"/>
          </ac:picMkLst>
        </pc:picChg>
        <pc:picChg chg="add mod">
          <ac:chgData name="Kuzmin Gregory" userId="60f5cda76aafd52b" providerId="LiveId" clId="{79894573-6A8D-4BF6-B886-8656FA8C3952}" dt="2023-05-05T19:14:39.955" v="1751" actId="164"/>
          <ac:picMkLst>
            <pc:docMk/>
            <pc:sldMk cId="4087428332" sldId="261"/>
            <ac:picMk id="49" creationId="{A94ABF94-A6D7-0E2D-D799-5B305C2259DE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50" creationId="{C699C36F-F35D-1491-B6E0-860BC37CB474}"/>
          </ac:picMkLst>
        </pc:picChg>
        <pc:picChg chg="add mod">
          <ac:chgData name="Kuzmin Gregory" userId="60f5cda76aafd52b" providerId="LiveId" clId="{79894573-6A8D-4BF6-B886-8656FA8C3952}" dt="2023-05-05T19:14:39.955" v="1751" actId="164"/>
          <ac:picMkLst>
            <pc:docMk/>
            <pc:sldMk cId="4087428332" sldId="261"/>
            <ac:picMk id="51" creationId="{82EB9768-215A-EFC3-60C2-413ED643791A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56" creationId="{41BC4EA1-0940-29D6-B5E8-1CDC5D968516}"/>
          </ac:picMkLst>
        </pc:picChg>
        <pc:picChg chg="mod">
          <ac:chgData name="Kuzmin Gregory" userId="60f5cda76aafd52b" providerId="LiveId" clId="{79894573-6A8D-4BF6-B886-8656FA8C3952}" dt="2023-05-05T19:15:44.289" v="1830"/>
          <ac:picMkLst>
            <pc:docMk/>
            <pc:sldMk cId="4087428332" sldId="261"/>
            <ac:picMk id="56" creationId="{560B2EFE-5A4E-E660-A7D5-A4A0BDB70699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58" creationId="{4109F50E-F8EC-4F1D-F759-68D584F01234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59" creationId="{CC141F21-7A0F-20D8-D568-1F28CAE28327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60" creationId="{B70DAFCB-6A45-688E-7995-91383DE147C1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63" creationId="{B2AF8BB7-0E05-2CB1-0C64-0DAA425C27AA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64" creationId="{341A6553-AFEB-BEDC-9DD7-D6A7E183613C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65" creationId="{780438C0-8998-60C6-5F48-55550783315E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66" creationId="{DBE604A8-1786-A11E-0444-00779A26E5A6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67" creationId="{AD4F7325-728F-5C1E-48E4-C20ACBD78337}"/>
          </ac:picMkLst>
        </pc:picChg>
        <pc:picChg chg="mod">
          <ac:chgData name="Kuzmin Gregory" userId="60f5cda76aafd52b" providerId="LiveId" clId="{79894573-6A8D-4BF6-B886-8656FA8C3952}" dt="2023-05-06T04:27:40.759" v="3083"/>
          <ac:picMkLst>
            <pc:docMk/>
            <pc:sldMk cId="4087428332" sldId="261"/>
            <ac:picMk id="68" creationId="{048B7101-7502-219F-7D77-B362077135B7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73" creationId="{423C349D-55FE-CADF-797D-4C734F758C32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76" creationId="{17FDAB99-F6A3-5951-7EFD-E9865567AE4D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78" creationId="{74DEE7A7-DDAD-0D84-55DE-0F8B5C8067CF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80" creationId="{CD5D8316-43AC-13F5-58A4-681DF30BCF3A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81" creationId="{4E1450A2-D9F9-88E5-ECDC-1B5F12307B6F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84" creationId="{224B50BB-25D6-89EF-F3B8-44A1800B2BF3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85" creationId="{B7A7BCE6-4C5E-A9A9-FE95-D0CD10C09B84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87" creationId="{8E447BA0-FA53-EB30-7720-864DE8367FF3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89" creationId="{BAE7BA05-10AD-BA0C-72A5-1C7EA209A6F6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92" creationId="{FEDB0986-9B81-700C-6604-1C47424BF00D}"/>
          </ac:picMkLst>
        </pc:picChg>
        <pc:picChg chg="mod">
          <ac:chgData name="Kuzmin Gregory" userId="60f5cda76aafd52b" providerId="LiveId" clId="{79894573-6A8D-4BF6-B886-8656FA8C3952}" dt="2023-05-06T04:35:45.245" v="3754"/>
          <ac:picMkLst>
            <pc:docMk/>
            <pc:sldMk cId="4087428332" sldId="261"/>
            <ac:picMk id="93" creationId="{BC23B0F2-7A5B-0303-BCEF-6D92B2A1E247}"/>
          </ac:picMkLst>
        </pc:picChg>
      </pc:sldChg>
      <pc:sldChg chg="addSp delSp modSp add del mod ord modTransition">
        <pc:chgData name="Kuzmin Gregory" userId="60f5cda76aafd52b" providerId="LiveId" clId="{79894573-6A8D-4BF6-B886-8656FA8C3952}" dt="2023-05-05T17:34:04.149" v="777" actId="47"/>
        <pc:sldMkLst>
          <pc:docMk/>
          <pc:sldMk cId="4117547205" sldId="261"/>
        </pc:sldMkLst>
        <pc:spChg chg="add mod ord">
          <ac:chgData name="Kuzmin Gregory" userId="60f5cda76aafd52b" providerId="LiveId" clId="{79894573-6A8D-4BF6-B886-8656FA8C3952}" dt="2023-05-05T17:31:47.669" v="767" actId="1037"/>
          <ac:spMkLst>
            <pc:docMk/>
            <pc:sldMk cId="4117547205" sldId="261"/>
            <ac:spMk id="2" creationId="{7F043253-6CBF-C4D7-7EFE-C600271D1272}"/>
          </ac:spMkLst>
        </pc:spChg>
        <pc:spChg chg="mod ord topLvl">
          <ac:chgData name="Kuzmin Gregory" userId="60f5cda76aafd52b" providerId="LiveId" clId="{79894573-6A8D-4BF6-B886-8656FA8C3952}" dt="2023-05-05T17:31:38.690" v="760" actId="167"/>
          <ac:spMkLst>
            <pc:docMk/>
            <pc:sldMk cId="4117547205" sldId="261"/>
            <ac:spMk id="9" creationId="{406DC886-F92F-D170-8CD0-22630E11661A}"/>
          </ac:spMkLst>
        </pc:spChg>
        <pc:grpChg chg="del">
          <ac:chgData name="Kuzmin Gregory" userId="60f5cda76aafd52b" providerId="LiveId" clId="{79894573-6A8D-4BF6-B886-8656FA8C3952}" dt="2023-05-05T17:31:08.628" v="752" actId="165"/>
          <ac:grpSpMkLst>
            <pc:docMk/>
            <pc:sldMk cId="4117547205" sldId="261"/>
            <ac:grpSpMk id="36" creationId="{E2332FBB-39B1-878A-D57C-3DD10F9001F5}"/>
          </ac:grpSpMkLst>
        </pc:grpChg>
        <pc:picChg chg="ord">
          <ac:chgData name="Kuzmin Gregory" userId="60f5cda76aafd52b" providerId="LiveId" clId="{79894573-6A8D-4BF6-B886-8656FA8C3952}" dt="2023-05-05T17:31:40.719" v="761" actId="167"/>
          <ac:picMkLst>
            <pc:docMk/>
            <pc:sldMk cId="4117547205" sldId="261"/>
            <ac:picMk id="7" creationId="{A665A490-DDE5-61E4-B346-B46EAD6E2995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13" creationId="{2D2C4B08-F81A-B482-AB78-7FA39762E701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17" creationId="{5E0A071C-9DC4-7C9D-F3F6-3E42686932C7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19" creationId="{2414DFBE-59DC-48AF-4F14-99F0A459E83F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21" creationId="{C5845A61-71D1-FB5F-48A9-D61370666E97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23" creationId="{7FC76CC7-75A1-AFDB-E3C2-844CECB8D9A5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25" creationId="{E3B23E5A-C84C-B52B-E563-F91E01C682F2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27" creationId="{1C5E7953-E733-FFBD-8FB8-6126242F4DCA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30" creationId="{DAADBBF7-96BE-E77E-E0D9-3650A85E28B6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32" creationId="{E00E78AA-C6D7-199D-49D5-E90B6622267C}"/>
          </ac:picMkLst>
        </pc:picChg>
        <pc:picChg chg="mod topLvl">
          <ac:chgData name="Kuzmin Gregory" userId="60f5cda76aafd52b" providerId="LiveId" clId="{79894573-6A8D-4BF6-B886-8656FA8C3952}" dt="2023-05-05T17:31:08.628" v="752" actId="165"/>
          <ac:picMkLst>
            <pc:docMk/>
            <pc:sldMk cId="4117547205" sldId="261"/>
            <ac:picMk id="34" creationId="{942DAA68-7D08-50DD-4F86-709D60656AE9}"/>
          </ac:picMkLst>
        </pc:picChg>
        <pc:cxnChg chg="mod topLvl">
          <ac:chgData name="Kuzmin Gregory" userId="60f5cda76aafd52b" providerId="LiveId" clId="{79894573-6A8D-4BF6-B886-8656FA8C3952}" dt="2023-05-05T17:31:08.628" v="752" actId="165"/>
          <ac:cxnSpMkLst>
            <pc:docMk/>
            <pc:sldMk cId="4117547205" sldId="261"/>
            <ac:cxnSpMk id="15" creationId="{45E22671-B7BE-28A0-39EE-F03039388988}"/>
          </ac:cxnSpMkLst>
        </pc:cxnChg>
        <pc:cxnChg chg="mod topLvl">
          <ac:chgData name="Kuzmin Gregory" userId="60f5cda76aafd52b" providerId="LiveId" clId="{79894573-6A8D-4BF6-B886-8656FA8C3952}" dt="2023-05-05T17:31:08.628" v="752" actId="165"/>
          <ac:cxnSpMkLst>
            <pc:docMk/>
            <pc:sldMk cId="4117547205" sldId="261"/>
            <ac:cxnSpMk id="28" creationId="{9AA17FE1-7213-C28F-0B51-6C4A1DE1EBF9}"/>
          </ac:cxnSpMkLst>
        </pc:cxnChg>
        <pc:cxnChg chg="mod topLvl">
          <ac:chgData name="Kuzmin Gregory" userId="60f5cda76aafd52b" providerId="LiveId" clId="{79894573-6A8D-4BF6-B886-8656FA8C3952}" dt="2023-05-05T17:31:08.628" v="752" actId="165"/>
          <ac:cxnSpMkLst>
            <pc:docMk/>
            <pc:sldMk cId="4117547205" sldId="261"/>
            <ac:cxnSpMk id="35" creationId="{E9C2E96F-2E61-3133-35A9-BAFCF57DA58F}"/>
          </ac:cxnSpMkLst>
        </pc:cxnChg>
      </pc:sldChg>
      <pc:sldChg chg="addSp delSp modSp add mod ord">
        <pc:chgData name="Kuzmin Gregory" userId="60f5cda76aafd52b" providerId="LiveId" clId="{79894573-6A8D-4BF6-B886-8656FA8C3952}" dt="2023-05-06T04:35:55.325" v="3902" actId="1036"/>
        <pc:sldMkLst>
          <pc:docMk/>
          <pc:sldMk cId="3988069850" sldId="262"/>
        </pc:sldMkLst>
        <pc:spChg chg="add del mod">
          <ac:chgData name="Kuzmin Gregory" userId="60f5cda76aafd52b" providerId="LiveId" clId="{79894573-6A8D-4BF6-B886-8656FA8C3952}" dt="2023-05-06T03:47:01.515" v="1898" actId="478"/>
          <ac:spMkLst>
            <pc:docMk/>
            <pc:sldMk cId="3988069850" sldId="262"/>
            <ac:spMk id="2" creationId="{C1B792A8-C9CB-E25B-9C6B-006C3B391281}"/>
          </ac:spMkLst>
        </pc:spChg>
        <pc:spChg chg="mod topLvl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4" creationId="{C90F82AB-B2B7-7F50-6176-E08B83236D00}"/>
          </ac:spMkLst>
        </pc:spChg>
        <pc:spChg chg="mod topLvl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5" creationId="{4B8D5DF4-0DDF-4752-2C53-6DCAACBF1FDC}"/>
          </ac:spMkLst>
        </pc:spChg>
        <pc:spChg chg="del mod topLvl">
          <ac:chgData name="Kuzmin Gregory" userId="60f5cda76aafd52b" providerId="LiveId" clId="{79894573-6A8D-4BF6-B886-8656FA8C3952}" dt="2023-05-06T03:48:09.109" v="1922" actId="478"/>
          <ac:spMkLst>
            <pc:docMk/>
            <pc:sldMk cId="3988069850" sldId="262"/>
            <ac:spMk id="6" creationId="{6E1D8856-8494-4EC2-4EB2-B44452D0D121}"/>
          </ac:spMkLst>
        </pc:spChg>
        <pc:spChg chg="del mod topLvl">
          <ac:chgData name="Kuzmin Gregory" userId="60f5cda76aafd52b" providerId="LiveId" clId="{79894573-6A8D-4BF6-B886-8656FA8C3952}" dt="2023-05-06T03:47:40.973" v="1914" actId="478"/>
          <ac:spMkLst>
            <pc:docMk/>
            <pc:sldMk cId="3988069850" sldId="262"/>
            <ac:spMk id="8" creationId="{0BDC68A9-2211-EADE-FEB6-89D0A56B4E70}"/>
          </ac:spMkLst>
        </pc:spChg>
        <pc:spChg chg="del mod topLvl">
          <ac:chgData name="Kuzmin Gregory" userId="60f5cda76aafd52b" providerId="LiveId" clId="{79894573-6A8D-4BF6-B886-8656FA8C3952}" dt="2023-05-06T03:48:08.426" v="1920" actId="478"/>
          <ac:spMkLst>
            <pc:docMk/>
            <pc:sldMk cId="3988069850" sldId="262"/>
            <ac:spMk id="10" creationId="{59D9AE5E-F810-0AA5-7257-6348062577BF}"/>
          </ac:spMkLst>
        </pc:spChg>
        <pc:spChg chg="del mod topLvl">
          <ac:chgData name="Kuzmin Gregory" userId="60f5cda76aafd52b" providerId="LiveId" clId="{79894573-6A8D-4BF6-B886-8656FA8C3952}" dt="2023-05-06T03:47:43.048" v="1916" actId="478"/>
          <ac:spMkLst>
            <pc:docMk/>
            <pc:sldMk cId="3988069850" sldId="262"/>
            <ac:spMk id="11" creationId="{B6B4ECE9-0884-CD90-6173-18CB6D7E78C2}"/>
          </ac:spMkLst>
        </pc:spChg>
        <pc:spChg chg="mod topLvl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12" creationId="{62B88C77-8A34-48A3-5487-B01CB665CC9D}"/>
          </ac:spMkLst>
        </pc:spChg>
        <pc:spChg chg="add mod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18" creationId="{5C5048B9-1D41-5DB6-3AD2-925E1B1187B8}"/>
          </ac:spMkLst>
        </pc:spChg>
        <pc:spChg chg="add mod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42" creationId="{E38465FF-8666-B8B1-04E6-BE9835CC886F}"/>
          </ac:spMkLst>
        </pc:spChg>
        <pc:spChg chg="add mod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43" creationId="{15CA1A5E-C896-D1E0-ECE9-488039D39049}"/>
          </ac:spMkLst>
        </pc:spChg>
        <pc:spChg chg="add mod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44" creationId="{821B5790-761B-7902-3FEC-B92430E072C8}"/>
          </ac:spMkLst>
        </pc:spChg>
        <pc:spChg chg="add mod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45" creationId="{F7460B3E-7CCF-4A19-7294-5AA8116C2579}"/>
          </ac:spMkLst>
        </pc:spChg>
        <pc:spChg chg="add mod">
          <ac:chgData name="Kuzmin Gregory" userId="60f5cda76aafd52b" providerId="LiveId" clId="{79894573-6A8D-4BF6-B886-8656FA8C3952}" dt="2023-05-06T03:49:52.309" v="1951" actId="164"/>
          <ac:spMkLst>
            <pc:docMk/>
            <pc:sldMk cId="3988069850" sldId="262"/>
            <ac:spMk id="46" creationId="{E36CF4DE-8C4F-2344-3008-71B12A045774}"/>
          </ac:spMkLst>
        </pc:spChg>
        <pc:spChg chg="mod">
          <ac:chgData name="Kuzmin Gregory" userId="60f5cda76aafd52b" providerId="LiveId" clId="{79894573-6A8D-4BF6-B886-8656FA8C3952}" dt="2023-05-06T04:27:55.795" v="3139"/>
          <ac:spMkLst>
            <pc:docMk/>
            <pc:sldMk cId="3988069850" sldId="262"/>
            <ac:spMk id="49" creationId="{E97AF459-0E09-7C78-B4C8-17FB9F6F4CB2}"/>
          </ac:spMkLst>
        </pc:spChg>
        <pc:spChg chg="mod">
          <ac:chgData name="Kuzmin Gregory" userId="60f5cda76aafd52b" providerId="LiveId" clId="{79894573-6A8D-4BF6-B886-8656FA8C3952}" dt="2023-05-06T04:27:55.795" v="3139"/>
          <ac:spMkLst>
            <pc:docMk/>
            <pc:sldMk cId="3988069850" sldId="262"/>
            <ac:spMk id="51" creationId="{7108B3B6-51F5-06AB-EEFC-8253C7B4D7A0}"/>
          </ac:spMkLst>
        </pc:spChg>
        <pc:spChg chg="mod">
          <ac:chgData name="Kuzmin Gregory" userId="60f5cda76aafd52b" providerId="LiveId" clId="{79894573-6A8D-4BF6-B886-8656FA8C3952}" dt="2023-05-06T04:27:55.795" v="3139"/>
          <ac:spMkLst>
            <pc:docMk/>
            <pc:sldMk cId="3988069850" sldId="262"/>
            <ac:spMk id="52" creationId="{A996CEB1-3E13-E1EA-1303-312FF3578E1A}"/>
          </ac:spMkLst>
        </pc:spChg>
        <pc:spChg chg="mod">
          <ac:chgData name="Kuzmin Gregory" userId="60f5cda76aafd52b" providerId="LiveId" clId="{79894573-6A8D-4BF6-B886-8656FA8C3952}" dt="2023-05-06T04:27:55.795" v="3139"/>
          <ac:spMkLst>
            <pc:docMk/>
            <pc:sldMk cId="3988069850" sldId="262"/>
            <ac:spMk id="53" creationId="{7DF621B4-1F7D-F4FD-C62C-1F1490E20B7B}"/>
          </ac:spMkLst>
        </pc:spChg>
        <pc:spChg chg="mod">
          <ac:chgData name="Kuzmin Gregory" userId="60f5cda76aafd52b" providerId="LiveId" clId="{79894573-6A8D-4BF6-B886-8656FA8C3952}" dt="2023-05-06T04:27:55.795" v="3139"/>
          <ac:spMkLst>
            <pc:docMk/>
            <pc:sldMk cId="3988069850" sldId="262"/>
            <ac:spMk id="55" creationId="{1986BD21-722F-E510-881F-D40DB3914658}"/>
          </ac:spMkLst>
        </pc:spChg>
        <pc:spChg chg="mod">
          <ac:chgData name="Kuzmin Gregory" userId="60f5cda76aafd52b" providerId="LiveId" clId="{79894573-6A8D-4BF6-B886-8656FA8C3952}" dt="2023-05-06T04:27:55.795" v="3139"/>
          <ac:spMkLst>
            <pc:docMk/>
            <pc:sldMk cId="3988069850" sldId="262"/>
            <ac:spMk id="59" creationId="{7091F67C-A9A3-C7BA-BDDD-D5BB5813602A}"/>
          </ac:spMkLst>
        </pc:spChg>
        <pc:spChg chg="mod">
          <ac:chgData name="Kuzmin Gregory" userId="60f5cda76aafd52b" providerId="LiveId" clId="{79894573-6A8D-4BF6-B886-8656FA8C3952}" dt="2023-05-06T04:27:55.795" v="3139"/>
          <ac:spMkLst>
            <pc:docMk/>
            <pc:sldMk cId="3988069850" sldId="262"/>
            <ac:spMk id="60" creationId="{EBCE04F9-DBC5-C9E9-0C62-13788612251F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68" creationId="{82D7889E-94D1-4B86-D8BD-F165FE59B3F4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69" creationId="{EB3EA240-2FDB-249A-9788-7FBD1CDA069B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70" creationId="{67F4F6E4-9DBD-5453-4B5D-5EE60F9BD371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72" creationId="{93335FAD-E99C-A302-3306-DE83AC9838F5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73" creationId="{9BF4331D-EDF4-D761-BC6A-9F0D82C1BC30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75" creationId="{CCEF99C1-4754-5F16-4C26-CF8D58F930DE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77" creationId="{000A72E5-4B78-3A3E-667B-D64A053AC360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80" creationId="{9F40A4CA-11D8-5933-F89B-A377860B7BB0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81" creationId="{9FCE2845-C404-8097-099C-0F6D0351FAF0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84" creationId="{F3F2AC90-6297-918C-0BE8-FE6165524FD6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86" creationId="{4199DCA4-41C7-1BF7-BB54-9D23833A9635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88" creationId="{A397159A-7993-533E-F114-A6C9465F5AA1}"/>
          </ac:spMkLst>
        </pc:spChg>
        <pc:spChg chg="mod">
          <ac:chgData name="Kuzmin Gregory" userId="60f5cda76aafd52b" providerId="LiveId" clId="{79894573-6A8D-4BF6-B886-8656FA8C3952}" dt="2023-05-06T04:35:52.203" v="3828"/>
          <ac:spMkLst>
            <pc:docMk/>
            <pc:sldMk cId="3988069850" sldId="262"/>
            <ac:spMk id="89" creationId="{8EA82EB6-E6BB-D05E-C401-A9DF1814858B}"/>
          </ac:spMkLst>
        </pc:spChg>
        <pc:grpChg chg="add del mod">
          <ac:chgData name="Kuzmin Gregory" userId="60f5cda76aafd52b" providerId="LiveId" clId="{79894573-6A8D-4BF6-B886-8656FA8C3952}" dt="2023-05-06T03:47:13.492" v="1902" actId="165"/>
          <ac:grpSpMkLst>
            <pc:docMk/>
            <pc:sldMk cId="3988069850" sldId="262"/>
            <ac:grpSpMk id="3" creationId="{D34B3BCB-690B-926C-8F7F-CDD08C976968}"/>
          </ac:grpSpMkLst>
        </pc:grpChg>
        <pc:grpChg chg="del">
          <ac:chgData name="Kuzmin Gregory" userId="60f5cda76aafd52b" providerId="LiveId" clId="{79894573-6A8D-4BF6-B886-8656FA8C3952}" dt="2023-05-06T04:27:55.238" v="3138" actId="478"/>
          <ac:grpSpMkLst>
            <pc:docMk/>
            <pc:sldMk cId="3988069850" sldId="262"/>
            <ac:grpSpMk id="20" creationId="{60D6A616-1BF1-F23C-E9C9-1054FC28FD67}"/>
          </ac:grpSpMkLst>
        </pc:grpChg>
        <pc:grpChg chg="add mod">
          <ac:chgData name="Kuzmin Gregory" userId="60f5cda76aafd52b" providerId="LiveId" clId="{79894573-6A8D-4BF6-B886-8656FA8C3952}" dt="2023-05-06T03:49:52.309" v="1951" actId="164"/>
          <ac:grpSpMkLst>
            <pc:docMk/>
            <pc:sldMk cId="3988069850" sldId="262"/>
            <ac:grpSpMk id="47" creationId="{936B92CF-9D05-9577-7D81-FF34496596C9}"/>
          </ac:grpSpMkLst>
        </pc:grpChg>
        <pc:grpChg chg="add del mod">
          <ac:chgData name="Kuzmin Gregory" userId="60f5cda76aafd52b" providerId="LiveId" clId="{79894573-6A8D-4BF6-B886-8656FA8C3952}" dt="2023-05-06T04:35:51.810" v="3827" actId="478"/>
          <ac:grpSpMkLst>
            <pc:docMk/>
            <pc:sldMk cId="3988069850" sldId="262"/>
            <ac:grpSpMk id="48" creationId="{CDDF2579-0014-B2E6-7631-3FF510335242}"/>
          </ac:grpSpMkLst>
        </pc:grpChg>
        <pc:grpChg chg="add mod">
          <ac:chgData name="Kuzmin Gregory" userId="60f5cda76aafd52b" providerId="LiveId" clId="{79894573-6A8D-4BF6-B886-8656FA8C3952}" dt="2023-05-06T04:35:55.325" v="3902" actId="1036"/>
          <ac:grpSpMkLst>
            <pc:docMk/>
            <pc:sldMk cId="3988069850" sldId="262"/>
            <ac:grpSpMk id="67" creationId="{0B373E1A-AE2D-2FF3-44D7-E74CBB7C1227}"/>
          </ac:grpSpMkLst>
        </pc:grpChg>
        <pc:picChg chg="del mod topLvl">
          <ac:chgData name="Kuzmin Gregory" userId="60f5cda76aafd52b" providerId="LiveId" clId="{79894573-6A8D-4BF6-B886-8656FA8C3952}" dt="2023-05-06T03:47:41.606" v="1915" actId="478"/>
          <ac:picMkLst>
            <pc:docMk/>
            <pc:sldMk cId="3988069850" sldId="262"/>
            <ac:picMk id="14" creationId="{E66AF1C6-4887-3785-E9BA-16B6491AFCAB}"/>
          </ac:picMkLst>
        </pc:picChg>
        <pc:picChg chg="del mod topLvl">
          <ac:chgData name="Kuzmin Gregory" userId="60f5cda76aafd52b" providerId="LiveId" clId="{79894573-6A8D-4BF6-B886-8656FA8C3952}" dt="2023-05-06T03:47:39.252" v="1913" actId="478"/>
          <ac:picMkLst>
            <pc:docMk/>
            <pc:sldMk cId="3988069850" sldId="262"/>
            <ac:picMk id="16" creationId="{A09C0A99-F342-791F-B3DE-9BF94B3CD6C2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50" creationId="{F06FA01E-B523-5736-D4BA-EE8961DFE328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54" creationId="{834FECE4-9832-E023-2BCF-8FDD01F6619E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56" creationId="{C139B5C7-5AA8-7703-953C-1ACE84937745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57" creationId="{319DE1AA-CA41-FFC7-2B89-115567F1D90A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58" creationId="{BC409F74-ACBC-8BDC-2717-EB332223F1D0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61" creationId="{D6F941E4-17FE-F665-DFB4-4886F34803EB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62" creationId="{A590E085-367F-9343-B876-BECE4DCF9061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63" creationId="{0DED2EA7-F32A-532E-CE49-F06A75AB294D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64" creationId="{BA67572E-2B17-2381-CCA5-C8FB023E2630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65" creationId="{026E883C-EC9B-8765-F295-FA09FE5AA307}"/>
          </ac:picMkLst>
        </pc:picChg>
        <pc:picChg chg="mod">
          <ac:chgData name="Kuzmin Gregory" userId="60f5cda76aafd52b" providerId="LiveId" clId="{79894573-6A8D-4BF6-B886-8656FA8C3952}" dt="2023-05-06T04:27:55.795" v="3139"/>
          <ac:picMkLst>
            <pc:docMk/>
            <pc:sldMk cId="3988069850" sldId="262"/>
            <ac:picMk id="66" creationId="{75EB3BEE-6DA5-4925-0E24-F4A11B3B676C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71" creationId="{C0EC5AE5-6521-FC68-0637-A2C6FEC3D210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74" creationId="{3E9253C2-2B50-F7ED-3545-AA5BED2FBFD0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76" creationId="{4A9C4D8A-BD25-43BC-E905-B0881A962C16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78" creationId="{C02FDA3C-935A-BA1D-9A5B-4794E85DB2CE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79" creationId="{951FD7CB-F524-E027-51F8-CC78F7966F90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82" creationId="{744FF999-1439-E210-A4EB-9752EA7ED981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83" creationId="{3B078151-FD2E-B55A-80D7-D989E00C4824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85" creationId="{5799ECAA-5454-AC69-21CC-7DC037961EB5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87" creationId="{DBAA5C57-4FE4-9997-E0B4-FB63F9360653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90" creationId="{3AD299D6-D25A-8750-CE65-155FF54827FA}"/>
          </ac:picMkLst>
        </pc:picChg>
        <pc:picChg chg="mod">
          <ac:chgData name="Kuzmin Gregory" userId="60f5cda76aafd52b" providerId="LiveId" clId="{79894573-6A8D-4BF6-B886-8656FA8C3952}" dt="2023-05-06T04:35:52.203" v="3828"/>
          <ac:picMkLst>
            <pc:docMk/>
            <pc:sldMk cId="3988069850" sldId="262"/>
            <ac:picMk id="91" creationId="{5E79827D-B7C7-AE47-DF98-9B736FE2E3BA}"/>
          </ac:picMkLst>
        </pc:picChg>
      </pc:sldChg>
      <pc:sldChg chg="modSp add mod ord modTransition">
        <pc:chgData name="Kuzmin Gregory" userId="60f5cda76aafd52b" providerId="LiveId" clId="{79894573-6A8D-4BF6-B886-8656FA8C3952}" dt="2023-05-06T04:12:35.371" v="2599"/>
        <pc:sldMkLst>
          <pc:docMk/>
          <pc:sldMk cId="94713602" sldId="263"/>
        </pc:sldMkLst>
        <pc:grpChg chg="mod">
          <ac:chgData name="Kuzmin Gregory" userId="60f5cda76aafd52b" providerId="LiveId" clId="{79894573-6A8D-4BF6-B886-8656FA8C3952}" dt="2023-05-06T03:51:31.954" v="2280" actId="14100"/>
          <ac:grpSpMkLst>
            <pc:docMk/>
            <pc:sldMk cId="94713602" sldId="263"/>
            <ac:grpSpMk id="36" creationId="{E2332FBB-39B1-878A-D57C-3DD10F9001F5}"/>
          </ac:grpSpMkLst>
        </pc:grpChg>
      </pc:sldChg>
      <pc:sldChg chg="addSp delSp modSp add mod ord modTransition">
        <pc:chgData name="Kuzmin Gregory" userId="60f5cda76aafd52b" providerId="LiveId" clId="{79894573-6A8D-4BF6-B886-8656FA8C3952}" dt="2023-05-06T04:12:28.323" v="2598"/>
        <pc:sldMkLst>
          <pc:docMk/>
          <pc:sldMk cId="3939643083" sldId="264"/>
        </pc:sldMkLst>
        <pc:picChg chg="add mod">
          <ac:chgData name="Kuzmin Gregory" userId="60f5cda76aafd52b" providerId="LiveId" clId="{79894573-6A8D-4BF6-B886-8656FA8C3952}" dt="2023-05-06T03:52:53.975" v="2288" actId="14100"/>
          <ac:picMkLst>
            <pc:docMk/>
            <pc:sldMk cId="3939643083" sldId="264"/>
            <ac:picMk id="3" creationId="{1A5C0148-61D2-1173-8288-D9C3308C9F28}"/>
          </ac:picMkLst>
        </pc:picChg>
        <pc:picChg chg="del">
          <ac:chgData name="Kuzmin Gregory" userId="60f5cda76aafd52b" providerId="LiveId" clId="{79894573-6A8D-4BF6-B886-8656FA8C3952}" dt="2023-05-06T03:52:46.850" v="2284" actId="478"/>
          <ac:picMkLst>
            <pc:docMk/>
            <pc:sldMk cId="3939643083" sldId="264"/>
            <ac:picMk id="7" creationId="{A665A490-DDE5-61E4-B346-B46EAD6E2995}"/>
          </ac:picMkLst>
        </pc:picChg>
      </pc:sldChg>
      <pc:sldChg chg="addSp delSp modSp add mod ord">
        <pc:chgData name="Kuzmin Gregory" userId="60f5cda76aafd52b" providerId="LiveId" clId="{79894573-6A8D-4BF6-B886-8656FA8C3952}" dt="2023-05-06T04:13:08.064" v="2628" actId="1037"/>
        <pc:sldMkLst>
          <pc:docMk/>
          <pc:sldMk cId="1272984159" sldId="265"/>
        </pc:sldMkLst>
        <pc:spChg chg="mod topLvl">
          <ac:chgData name="Kuzmin Gregory" userId="60f5cda76aafd52b" providerId="LiveId" clId="{79894573-6A8D-4BF6-B886-8656FA8C3952}" dt="2023-05-06T04:01:32.814" v="2478" actId="164"/>
          <ac:spMkLst>
            <pc:docMk/>
            <pc:sldMk cId="1272984159" sldId="265"/>
            <ac:spMk id="6" creationId="{3DB8EA5D-F774-FB31-9A1D-51E394551881}"/>
          </ac:spMkLst>
        </pc:spChg>
        <pc:spChg chg="del mod topLvl">
          <ac:chgData name="Kuzmin Gregory" userId="60f5cda76aafd52b" providerId="LiveId" clId="{79894573-6A8D-4BF6-B886-8656FA8C3952}" dt="2023-05-06T03:56:32.416" v="2369" actId="478"/>
          <ac:spMkLst>
            <pc:docMk/>
            <pc:sldMk cId="1272984159" sldId="265"/>
            <ac:spMk id="54" creationId="{08ACF4CF-ED96-F498-6D4F-DF2AD3DE564C}"/>
          </ac:spMkLst>
        </pc:spChg>
        <pc:spChg chg="add mod">
          <ac:chgData name="Kuzmin Gregory" userId="60f5cda76aafd52b" providerId="LiveId" clId="{79894573-6A8D-4BF6-B886-8656FA8C3952}" dt="2023-05-06T03:59:19.670" v="2460" actId="207"/>
          <ac:spMkLst>
            <pc:docMk/>
            <pc:sldMk cId="1272984159" sldId="265"/>
            <ac:spMk id="69" creationId="{69398487-79EE-EE28-B567-29F823C31C9B}"/>
          </ac:spMkLst>
        </pc:spChg>
        <pc:spChg chg="add mod">
          <ac:chgData name="Kuzmin Gregory" userId="60f5cda76aafd52b" providerId="LiveId" clId="{79894573-6A8D-4BF6-B886-8656FA8C3952}" dt="2023-05-06T04:12:10.957" v="2593"/>
          <ac:spMkLst>
            <pc:docMk/>
            <pc:sldMk cId="1272984159" sldId="265"/>
            <ac:spMk id="72" creationId="{E59B7DE0-E85F-5573-E93B-CCCF424D8319}"/>
          </ac:spMkLst>
        </pc:spChg>
        <pc:spChg chg="add mod">
          <ac:chgData name="Kuzmin Gregory" userId="60f5cda76aafd52b" providerId="LiveId" clId="{79894573-6A8D-4BF6-B886-8656FA8C3952}" dt="2023-05-06T04:12:20.184" v="2594"/>
          <ac:spMkLst>
            <pc:docMk/>
            <pc:sldMk cId="1272984159" sldId="265"/>
            <ac:spMk id="73" creationId="{D3773078-FB62-1050-F230-4AF3DE8A1935}"/>
          </ac:spMkLst>
        </pc:spChg>
        <pc:grpChg chg="add del mod">
          <ac:chgData name="Kuzmin Gregory" userId="60f5cda76aafd52b" providerId="LiveId" clId="{79894573-6A8D-4BF6-B886-8656FA8C3952}" dt="2023-05-06T03:53:29.935" v="2295" actId="165"/>
          <ac:grpSpMkLst>
            <pc:docMk/>
            <pc:sldMk cId="1272984159" sldId="265"/>
            <ac:grpSpMk id="5" creationId="{2F867E7F-2A88-E3B8-3422-C20D6CFA74CD}"/>
          </ac:grpSpMkLst>
        </pc:grpChg>
        <pc:grpChg chg="add del mod">
          <ac:chgData name="Kuzmin Gregory" userId="60f5cda76aafd52b" providerId="LiveId" clId="{79894573-6A8D-4BF6-B886-8656FA8C3952}" dt="2023-05-06T03:56:20.745" v="2356" actId="165"/>
          <ac:grpSpMkLst>
            <pc:docMk/>
            <pc:sldMk cId="1272984159" sldId="265"/>
            <ac:grpSpMk id="53" creationId="{3C9A6BD9-904C-7832-483A-13FAFC367F01}"/>
          </ac:grpSpMkLst>
        </pc:grpChg>
        <pc:grpChg chg="add mod">
          <ac:chgData name="Kuzmin Gregory" userId="60f5cda76aafd52b" providerId="LiveId" clId="{79894573-6A8D-4BF6-B886-8656FA8C3952}" dt="2023-05-06T04:13:08.064" v="2628" actId="1037"/>
          <ac:grpSpMkLst>
            <pc:docMk/>
            <pc:sldMk cId="1272984159" sldId="265"/>
            <ac:grpSpMk id="74" creationId="{C1C77778-384A-A56C-20AD-DF59026E6268}"/>
          </ac:grpSpMkLst>
        </pc:grpChg>
        <pc:picChg chg="mod">
          <ac:chgData name="Kuzmin Gregory" userId="60f5cda76aafd52b" providerId="LiveId" clId="{79894573-6A8D-4BF6-B886-8656FA8C3952}" dt="2023-05-06T03:57:07.771" v="2430" actId="1076"/>
          <ac:picMkLst>
            <pc:docMk/>
            <pc:sldMk cId="1272984159" sldId="265"/>
            <ac:picMk id="3" creationId="{1A5C0148-61D2-1173-8288-D9C3308C9F28}"/>
          </ac:picMkLst>
        </pc:picChg>
        <pc:picChg chg="add del">
          <ac:chgData name="Kuzmin Gregory" userId="60f5cda76aafd52b" providerId="LiveId" clId="{79894573-6A8D-4BF6-B886-8656FA8C3952}" dt="2023-05-06T03:53:20.025" v="2293" actId="478"/>
          <ac:picMkLst>
            <pc:docMk/>
            <pc:sldMk cId="1272984159" sldId="265"/>
            <ac:picMk id="4" creationId="{9A4CDBDC-8265-B531-F403-552673244324}"/>
          </ac:picMkLst>
        </pc:picChg>
        <pc:picChg chg="del mod topLvl">
          <ac:chgData name="Kuzmin Gregory" userId="60f5cda76aafd52b" providerId="LiveId" clId="{79894573-6A8D-4BF6-B886-8656FA8C3952}" dt="2023-05-06T03:53:38.704" v="2308" actId="478"/>
          <ac:picMkLst>
            <pc:docMk/>
            <pc:sldMk cId="1272984159" sldId="265"/>
            <ac:picMk id="7" creationId="{B2AAEFC9-8767-CC54-4183-BE3F6FAA4F92}"/>
          </ac:picMkLst>
        </pc:picChg>
        <pc:picChg chg="del mod topLvl">
          <ac:chgData name="Kuzmin Gregory" userId="60f5cda76aafd52b" providerId="LiveId" clId="{79894573-6A8D-4BF6-B886-8656FA8C3952}" dt="2023-05-06T03:53:36.519" v="2304" actId="478"/>
          <ac:picMkLst>
            <pc:docMk/>
            <pc:sldMk cId="1272984159" sldId="265"/>
            <ac:picMk id="10" creationId="{35CA43C7-8201-8680-F3D8-7AE21C3CF451}"/>
          </ac:picMkLst>
        </pc:picChg>
        <pc:picChg chg="del mod topLvl">
          <ac:chgData name="Kuzmin Gregory" userId="60f5cda76aafd52b" providerId="LiveId" clId="{79894573-6A8D-4BF6-B886-8656FA8C3952}" dt="2023-05-06T03:53:37.250" v="2306" actId="478"/>
          <ac:picMkLst>
            <pc:docMk/>
            <pc:sldMk cId="1272984159" sldId="265"/>
            <ac:picMk id="11" creationId="{4890211A-328B-BFBA-AB13-24374DA9EB24}"/>
          </ac:picMkLst>
        </pc:picChg>
        <pc:picChg chg="del mod topLvl">
          <ac:chgData name="Kuzmin Gregory" userId="60f5cda76aafd52b" providerId="LiveId" clId="{79894573-6A8D-4BF6-B886-8656FA8C3952}" dt="2023-05-06T03:53:36.876" v="2305" actId="478"/>
          <ac:picMkLst>
            <pc:docMk/>
            <pc:sldMk cId="1272984159" sldId="265"/>
            <ac:picMk id="12" creationId="{1700B539-6FA5-350C-9CBC-B6C4B7C5FE80}"/>
          </ac:picMkLst>
        </pc:picChg>
        <pc:picChg chg="del mod topLvl">
          <ac:chgData name="Kuzmin Gregory" userId="60f5cda76aafd52b" providerId="LiveId" clId="{79894573-6A8D-4BF6-B886-8656FA8C3952}" dt="2023-05-06T03:53:35.733" v="2303" actId="478"/>
          <ac:picMkLst>
            <pc:docMk/>
            <pc:sldMk cId="1272984159" sldId="265"/>
            <ac:picMk id="14" creationId="{BC2FC082-05A7-D6BA-5743-0F05F88F4E09}"/>
          </ac:picMkLst>
        </pc:picChg>
        <pc:picChg chg="del mod topLvl">
          <ac:chgData name="Kuzmin Gregory" userId="60f5cda76aafd52b" providerId="LiveId" clId="{79894573-6A8D-4BF6-B886-8656FA8C3952}" dt="2023-05-06T03:53:32.316" v="2297" actId="478"/>
          <ac:picMkLst>
            <pc:docMk/>
            <pc:sldMk cId="1272984159" sldId="265"/>
            <ac:picMk id="16" creationId="{1D8602BA-2764-9478-6401-2AD87814EB89}"/>
          </ac:picMkLst>
        </pc:picChg>
        <pc:picChg chg="del mod topLvl">
          <ac:chgData name="Kuzmin Gregory" userId="60f5cda76aafd52b" providerId="LiveId" clId="{79894573-6A8D-4BF6-B886-8656FA8C3952}" dt="2023-05-06T03:53:31.503" v="2296" actId="478"/>
          <ac:picMkLst>
            <pc:docMk/>
            <pc:sldMk cId="1272984159" sldId="265"/>
            <ac:picMk id="18" creationId="{2B3BFC65-ADB6-2FB3-C33F-1E5EBD1D9F62}"/>
          </ac:picMkLst>
        </pc:picChg>
        <pc:picChg chg="del mod topLvl">
          <ac:chgData name="Kuzmin Gregory" userId="60f5cda76aafd52b" providerId="LiveId" clId="{79894573-6A8D-4BF6-B886-8656FA8C3952}" dt="2023-05-06T03:53:34.550" v="2301" actId="478"/>
          <ac:picMkLst>
            <pc:docMk/>
            <pc:sldMk cId="1272984159" sldId="265"/>
            <ac:picMk id="43" creationId="{00E1CA55-64C3-B3FA-B579-88F1A6F83231}"/>
          </ac:picMkLst>
        </pc:picChg>
        <pc:picChg chg="del mod topLvl">
          <ac:chgData name="Kuzmin Gregory" userId="60f5cda76aafd52b" providerId="LiveId" clId="{79894573-6A8D-4BF6-B886-8656FA8C3952}" dt="2023-05-06T03:53:34.247" v="2300" actId="478"/>
          <ac:picMkLst>
            <pc:docMk/>
            <pc:sldMk cId="1272984159" sldId="265"/>
            <ac:picMk id="44" creationId="{3F1E7F4A-1EA5-377C-33A4-ADE5E27DD698}"/>
          </ac:picMkLst>
        </pc:picChg>
        <pc:picChg chg="del mod topLvl">
          <ac:chgData name="Kuzmin Gregory" userId="60f5cda76aafd52b" providerId="LiveId" clId="{79894573-6A8D-4BF6-B886-8656FA8C3952}" dt="2023-05-06T03:53:33.959" v="2299" actId="478"/>
          <ac:picMkLst>
            <pc:docMk/>
            <pc:sldMk cId="1272984159" sldId="265"/>
            <ac:picMk id="45" creationId="{FDC639EC-5C2B-15E9-E6D1-24E97E3EB5AE}"/>
          </ac:picMkLst>
        </pc:picChg>
        <pc:picChg chg="add mod">
          <ac:chgData name="Kuzmin Gregory" userId="60f5cda76aafd52b" providerId="LiveId" clId="{79894573-6A8D-4BF6-B886-8656FA8C3952}" dt="2023-05-06T04:01:32.814" v="2478" actId="164"/>
          <ac:picMkLst>
            <pc:docMk/>
            <pc:sldMk cId="1272984159" sldId="265"/>
            <ac:picMk id="48" creationId="{9F6BA5DD-B0FF-E286-2646-6F0F213045FF}"/>
          </ac:picMkLst>
        </pc:picChg>
        <pc:picChg chg="add mod">
          <ac:chgData name="Kuzmin Gregory" userId="60f5cda76aafd52b" providerId="LiveId" clId="{79894573-6A8D-4BF6-B886-8656FA8C3952}" dt="2023-05-06T04:01:32.814" v="2478" actId="164"/>
          <ac:picMkLst>
            <pc:docMk/>
            <pc:sldMk cId="1272984159" sldId="265"/>
            <ac:picMk id="50" creationId="{8CE1D695-D136-12E3-8116-DA375A092BC0}"/>
          </ac:picMkLst>
        </pc:picChg>
        <pc:picChg chg="add mod">
          <ac:chgData name="Kuzmin Gregory" userId="60f5cda76aafd52b" providerId="LiveId" clId="{79894573-6A8D-4BF6-B886-8656FA8C3952}" dt="2023-05-06T04:01:32.814" v="2478" actId="164"/>
          <ac:picMkLst>
            <pc:docMk/>
            <pc:sldMk cId="1272984159" sldId="265"/>
            <ac:picMk id="52" creationId="{4741176A-0B8F-C55C-7C0F-1E4F5937E8B1}"/>
          </ac:picMkLst>
        </pc:picChg>
        <pc:picChg chg="del mod topLvl">
          <ac:chgData name="Kuzmin Gregory" userId="60f5cda76aafd52b" providerId="LiveId" clId="{79894573-6A8D-4BF6-B886-8656FA8C3952}" dt="2023-05-06T03:56:29.444" v="2366" actId="478"/>
          <ac:picMkLst>
            <pc:docMk/>
            <pc:sldMk cId="1272984159" sldId="265"/>
            <ac:picMk id="55" creationId="{CB7BF390-C60B-9576-916A-48CFB8098E47}"/>
          </ac:picMkLst>
        </pc:picChg>
        <pc:picChg chg="del mod topLvl">
          <ac:chgData name="Kuzmin Gregory" userId="60f5cda76aafd52b" providerId="LiveId" clId="{79894573-6A8D-4BF6-B886-8656FA8C3952}" dt="2023-05-06T03:56:27.008" v="2363" actId="478"/>
          <ac:picMkLst>
            <pc:docMk/>
            <pc:sldMk cId="1272984159" sldId="265"/>
            <ac:picMk id="57" creationId="{25CCAE43-3E3C-6F99-0D7C-35B4B9AFEA30}"/>
          </ac:picMkLst>
        </pc:picChg>
        <pc:picChg chg="del mod topLvl">
          <ac:chgData name="Kuzmin Gregory" userId="60f5cda76aafd52b" providerId="LiveId" clId="{79894573-6A8D-4BF6-B886-8656FA8C3952}" dt="2023-05-06T03:56:28.191" v="2364" actId="478"/>
          <ac:picMkLst>
            <pc:docMk/>
            <pc:sldMk cId="1272984159" sldId="265"/>
            <ac:picMk id="58" creationId="{114650C1-F9E1-CED6-F12A-FAE4BA413413}"/>
          </ac:picMkLst>
        </pc:picChg>
        <pc:picChg chg="del mod topLvl">
          <ac:chgData name="Kuzmin Gregory" userId="60f5cda76aafd52b" providerId="LiveId" clId="{79894573-6A8D-4BF6-B886-8656FA8C3952}" dt="2023-05-06T03:56:28.713" v="2365" actId="478"/>
          <ac:picMkLst>
            <pc:docMk/>
            <pc:sldMk cId="1272984159" sldId="265"/>
            <ac:picMk id="59" creationId="{51D1F59F-4CA2-0E8A-5980-EA5F420ED7C1}"/>
          </ac:picMkLst>
        </pc:picChg>
        <pc:picChg chg="del mod topLvl">
          <ac:chgData name="Kuzmin Gregory" userId="60f5cda76aafd52b" providerId="LiveId" clId="{79894573-6A8D-4BF6-B886-8656FA8C3952}" dt="2023-05-06T03:56:26.649" v="2362" actId="478"/>
          <ac:picMkLst>
            <pc:docMk/>
            <pc:sldMk cId="1272984159" sldId="265"/>
            <ac:picMk id="60" creationId="{C2EF2A98-E62A-C067-BE1C-38E9BA624732}"/>
          </ac:picMkLst>
        </pc:picChg>
        <pc:picChg chg="del mod topLvl">
          <ac:chgData name="Kuzmin Gregory" userId="60f5cda76aafd52b" providerId="LiveId" clId="{79894573-6A8D-4BF6-B886-8656FA8C3952}" dt="2023-05-06T03:56:23.447" v="2358" actId="478"/>
          <ac:picMkLst>
            <pc:docMk/>
            <pc:sldMk cId="1272984159" sldId="265"/>
            <ac:picMk id="61" creationId="{A4510585-7961-FE0E-C840-6B54BBF6FCEB}"/>
          </ac:picMkLst>
        </pc:picChg>
        <pc:picChg chg="del mod topLvl">
          <ac:chgData name="Kuzmin Gregory" userId="60f5cda76aafd52b" providerId="LiveId" clId="{79894573-6A8D-4BF6-B886-8656FA8C3952}" dt="2023-05-06T03:56:22.550" v="2357" actId="478"/>
          <ac:picMkLst>
            <pc:docMk/>
            <pc:sldMk cId="1272984159" sldId="265"/>
            <ac:picMk id="62" creationId="{99FFCEB0-7D90-1B74-30D1-C7E6974AFBD8}"/>
          </ac:picMkLst>
        </pc:picChg>
        <pc:picChg chg="del mod topLvl">
          <ac:chgData name="Kuzmin Gregory" userId="60f5cda76aafd52b" providerId="LiveId" clId="{79894573-6A8D-4BF6-B886-8656FA8C3952}" dt="2023-05-06T03:56:25.065" v="2360" actId="478"/>
          <ac:picMkLst>
            <pc:docMk/>
            <pc:sldMk cId="1272984159" sldId="265"/>
            <ac:picMk id="64" creationId="{0E556498-422E-B79D-E333-CC8B9B44A830}"/>
          </ac:picMkLst>
        </pc:picChg>
        <pc:picChg chg="del mod topLvl">
          <ac:chgData name="Kuzmin Gregory" userId="60f5cda76aafd52b" providerId="LiveId" clId="{79894573-6A8D-4BF6-B886-8656FA8C3952}" dt="2023-05-06T03:56:26.099" v="2361" actId="478"/>
          <ac:picMkLst>
            <pc:docMk/>
            <pc:sldMk cId="1272984159" sldId="265"/>
            <ac:picMk id="65" creationId="{062F9B88-E153-060B-A3C0-03984CB2E8CD}"/>
          </ac:picMkLst>
        </pc:picChg>
        <pc:picChg chg="del mod topLvl">
          <ac:chgData name="Kuzmin Gregory" userId="60f5cda76aafd52b" providerId="LiveId" clId="{79894573-6A8D-4BF6-B886-8656FA8C3952}" dt="2023-05-06T03:56:23.798" v="2359" actId="478"/>
          <ac:picMkLst>
            <pc:docMk/>
            <pc:sldMk cId="1272984159" sldId="265"/>
            <ac:picMk id="66" creationId="{4E0E2C63-DE54-4254-3C05-20E52D4BBDDD}"/>
          </ac:picMkLst>
        </pc:picChg>
        <pc:picChg chg="add mod">
          <ac:chgData name="Kuzmin Gregory" userId="60f5cda76aafd52b" providerId="LiveId" clId="{79894573-6A8D-4BF6-B886-8656FA8C3952}" dt="2023-05-06T03:59:18.082" v="2459" actId="1076"/>
          <ac:picMkLst>
            <pc:docMk/>
            <pc:sldMk cId="1272984159" sldId="265"/>
            <ac:picMk id="71" creationId="{1924460B-C44E-67E5-1BBA-030CF7C7F538}"/>
          </ac:picMkLst>
        </pc:picChg>
        <pc:cxnChg chg="del mod topLvl">
          <ac:chgData name="Kuzmin Gregory" userId="60f5cda76aafd52b" providerId="LiveId" clId="{79894573-6A8D-4BF6-B886-8656FA8C3952}" dt="2023-05-06T03:53:38.339" v="2307" actId="478"/>
          <ac:cxnSpMkLst>
            <pc:docMk/>
            <pc:sldMk cId="1272984159" sldId="265"/>
            <ac:cxnSpMk id="8" creationId="{2B38EBE5-4B73-2360-AD89-A9A4A92702AD}"/>
          </ac:cxnSpMkLst>
        </pc:cxnChg>
        <pc:cxnChg chg="del mod topLvl">
          <ac:chgData name="Kuzmin Gregory" userId="60f5cda76aafd52b" providerId="LiveId" clId="{79894573-6A8D-4BF6-B886-8656FA8C3952}" dt="2023-05-06T03:53:35.335" v="2302" actId="478"/>
          <ac:cxnSpMkLst>
            <pc:docMk/>
            <pc:sldMk cId="1272984159" sldId="265"/>
            <ac:cxnSpMk id="42" creationId="{5F8E2CFD-A703-84D3-422A-B73B76A2C341}"/>
          </ac:cxnSpMkLst>
        </pc:cxnChg>
        <pc:cxnChg chg="del mod topLvl">
          <ac:chgData name="Kuzmin Gregory" userId="60f5cda76aafd52b" providerId="LiveId" clId="{79894573-6A8D-4BF6-B886-8656FA8C3952}" dt="2023-05-06T03:53:33.535" v="2298" actId="478"/>
          <ac:cxnSpMkLst>
            <pc:docMk/>
            <pc:sldMk cId="1272984159" sldId="265"/>
            <ac:cxnSpMk id="46" creationId="{6E84B721-02FA-2673-26CF-94109AD4D0EF}"/>
          </ac:cxnSpMkLst>
        </pc:cxnChg>
        <pc:cxnChg chg="del mod topLvl">
          <ac:chgData name="Kuzmin Gregory" userId="60f5cda76aafd52b" providerId="LiveId" clId="{79894573-6A8D-4BF6-B886-8656FA8C3952}" dt="2023-05-06T03:56:31.018" v="2367" actId="478"/>
          <ac:cxnSpMkLst>
            <pc:docMk/>
            <pc:sldMk cId="1272984159" sldId="265"/>
            <ac:cxnSpMk id="56" creationId="{49C9E54A-1429-576B-A0A3-E5127BCFC819}"/>
          </ac:cxnSpMkLst>
        </pc:cxnChg>
        <pc:cxnChg chg="del mod topLvl">
          <ac:chgData name="Kuzmin Gregory" userId="60f5cda76aafd52b" providerId="LiveId" clId="{79894573-6A8D-4BF6-B886-8656FA8C3952}" dt="2023-05-06T03:56:32.860" v="2370" actId="478"/>
          <ac:cxnSpMkLst>
            <pc:docMk/>
            <pc:sldMk cId="1272984159" sldId="265"/>
            <ac:cxnSpMk id="63" creationId="{4BEFD603-487F-FF9D-6200-4B11DAB9CA83}"/>
          </ac:cxnSpMkLst>
        </pc:cxnChg>
        <pc:cxnChg chg="mod topLvl">
          <ac:chgData name="Kuzmin Gregory" userId="60f5cda76aafd52b" providerId="LiveId" clId="{79894573-6A8D-4BF6-B886-8656FA8C3952}" dt="2023-05-06T04:01:32.814" v="2478" actId="164"/>
          <ac:cxnSpMkLst>
            <pc:docMk/>
            <pc:sldMk cId="1272984159" sldId="265"/>
            <ac:cxnSpMk id="67" creationId="{08332E1F-C437-56C3-3B40-864ACACF9FDD}"/>
          </ac:cxnSpMkLst>
        </pc:cxnChg>
        <pc:cxnChg chg="add mod">
          <ac:chgData name="Kuzmin Gregory" userId="60f5cda76aafd52b" providerId="LiveId" clId="{79894573-6A8D-4BF6-B886-8656FA8C3952}" dt="2023-05-06T04:01:32.814" v="2478" actId="164"/>
          <ac:cxnSpMkLst>
            <pc:docMk/>
            <pc:sldMk cId="1272984159" sldId="265"/>
            <ac:cxnSpMk id="68" creationId="{38F330C8-5A98-7738-D632-E6F3EDCCC8B2}"/>
          </ac:cxnSpMkLst>
        </pc:cxnChg>
      </pc:sldChg>
      <pc:sldChg chg="addSp delSp modSp add mod ord modTransition">
        <pc:chgData name="Kuzmin Gregory" userId="60f5cda76aafd52b" providerId="LiveId" clId="{79894573-6A8D-4BF6-B886-8656FA8C3952}" dt="2023-05-06T04:11:32.106" v="2592" actId="1035"/>
        <pc:sldMkLst>
          <pc:docMk/>
          <pc:sldMk cId="3003435445" sldId="266"/>
        </pc:sldMkLst>
        <pc:spChg chg="add del mod">
          <ac:chgData name="Kuzmin Gregory" userId="60f5cda76aafd52b" providerId="LiveId" clId="{79894573-6A8D-4BF6-B886-8656FA8C3952}" dt="2023-05-06T04:09:58.669" v="2584" actId="478"/>
          <ac:spMkLst>
            <pc:docMk/>
            <pc:sldMk cId="3003435445" sldId="266"/>
            <ac:spMk id="2" creationId="{BD5799F7-E97A-94E5-FA74-76E19944AB2E}"/>
          </ac:spMkLst>
        </pc:spChg>
        <pc:spChg chg="add mod">
          <ac:chgData name="Kuzmin Gregory" userId="60f5cda76aafd52b" providerId="LiveId" clId="{79894573-6A8D-4BF6-B886-8656FA8C3952}" dt="2023-05-06T04:11:32.106" v="2592" actId="1035"/>
          <ac:spMkLst>
            <pc:docMk/>
            <pc:sldMk cId="3003435445" sldId="266"/>
            <ac:spMk id="4" creationId="{05F2F6CD-2F6A-02DA-4000-ABBDA90AEFFB}"/>
          </ac:spMkLst>
        </pc:spChg>
        <pc:spChg chg="del">
          <ac:chgData name="Kuzmin Gregory" userId="60f5cda76aafd52b" providerId="LiveId" clId="{79894573-6A8D-4BF6-B886-8656FA8C3952}" dt="2023-05-06T04:01:47.855" v="2482" actId="478"/>
          <ac:spMkLst>
            <pc:docMk/>
            <pc:sldMk cId="3003435445" sldId="266"/>
            <ac:spMk id="69" creationId="{69398487-79EE-EE28-B567-29F823C31C9B}"/>
          </ac:spMkLst>
        </pc:spChg>
        <pc:spChg chg="del">
          <ac:chgData name="Kuzmin Gregory" userId="60f5cda76aafd52b" providerId="LiveId" clId="{79894573-6A8D-4BF6-B886-8656FA8C3952}" dt="2023-05-06T04:01:54.041" v="2484" actId="478"/>
          <ac:spMkLst>
            <pc:docMk/>
            <pc:sldMk cId="3003435445" sldId="266"/>
            <ac:spMk id="72" creationId="{E59B7DE0-E85F-5573-E93B-CCCF424D8319}"/>
          </ac:spMkLst>
        </pc:spChg>
        <pc:spChg chg="del">
          <ac:chgData name="Kuzmin Gregory" userId="60f5cda76aafd52b" providerId="LiveId" clId="{79894573-6A8D-4BF6-B886-8656FA8C3952}" dt="2023-05-06T04:01:54.041" v="2484" actId="478"/>
          <ac:spMkLst>
            <pc:docMk/>
            <pc:sldMk cId="3003435445" sldId="266"/>
            <ac:spMk id="73" creationId="{D3773078-FB62-1050-F230-4AF3DE8A1935}"/>
          </ac:spMkLst>
        </pc:spChg>
        <pc:grpChg chg="del">
          <ac:chgData name="Kuzmin Gregory" userId="60f5cda76aafd52b" providerId="LiveId" clId="{79894573-6A8D-4BF6-B886-8656FA8C3952}" dt="2023-05-06T04:01:54.041" v="2484" actId="478"/>
          <ac:grpSpMkLst>
            <pc:docMk/>
            <pc:sldMk cId="3003435445" sldId="266"/>
            <ac:grpSpMk id="74" creationId="{C1C77778-384A-A56C-20AD-DF59026E6268}"/>
          </ac:grpSpMkLst>
        </pc:grpChg>
        <pc:picChg chg="del mod">
          <ac:chgData name="Kuzmin Gregory" userId="60f5cda76aafd52b" providerId="LiveId" clId="{79894573-6A8D-4BF6-B886-8656FA8C3952}" dt="2023-05-06T04:01:54.041" v="2484" actId="478"/>
          <ac:picMkLst>
            <pc:docMk/>
            <pc:sldMk cId="3003435445" sldId="266"/>
            <ac:picMk id="3" creationId="{1A5C0148-61D2-1173-8288-D9C3308C9F28}"/>
          </ac:picMkLst>
        </pc:picChg>
      </pc:sldChg>
      <pc:sldChg chg="addSp delSp modSp add mod ord modTransition">
        <pc:chgData name="Kuzmin Gregory" userId="60f5cda76aafd52b" providerId="LiveId" clId="{79894573-6A8D-4BF6-B886-8656FA8C3952}" dt="2023-05-06T04:11:30.970" v="2591" actId="1035"/>
        <pc:sldMkLst>
          <pc:docMk/>
          <pc:sldMk cId="1789051423" sldId="267"/>
        </pc:sldMkLst>
        <pc:spChg chg="del">
          <ac:chgData name="Kuzmin Gregory" userId="60f5cda76aafd52b" providerId="LiveId" clId="{79894573-6A8D-4BF6-B886-8656FA8C3952}" dt="2023-05-06T04:09:54.275" v="2581" actId="478"/>
          <ac:spMkLst>
            <pc:docMk/>
            <pc:sldMk cId="1789051423" sldId="267"/>
            <ac:spMk id="2" creationId="{BD5799F7-E97A-94E5-FA74-76E19944AB2E}"/>
          </ac:spMkLst>
        </pc:spChg>
        <pc:spChg chg="add mod">
          <ac:chgData name="Kuzmin Gregory" userId="60f5cda76aafd52b" providerId="LiveId" clId="{79894573-6A8D-4BF6-B886-8656FA8C3952}" dt="2023-05-06T04:04:48.160" v="2516" actId="164"/>
          <ac:spMkLst>
            <pc:docMk/>
            <pc:sldMk cId="1789051423" sldId="267"/>
            <ac:spMk id="3" creationId="{EF488C17-D4C0-9460-59CE-AB59B87447ED}"/>
          </ac:spMkLst>
        </pc:spChg>
        <pc:spChg chg="add mod">
          <ac:chgData name="Kuzmin Gregory" userId="60f5cda76aafd52b" providerId="LiveId" clId="{79894573-6A8D-4BF6-B886-8656FA8C3952}" dt="2023-05-06T04:04:48.160" v="2516" actId="164"/>
          <ac:spMkLst>
            <pc:docMk/>
            <pc:sldMk cId="1789051423" sldId="267"/>
            <ac:spMk id="4" creationId="{6E52241E-408A-F6F9-BEE6-FD1C658C6253}"/>
          </ac:spMkLst>
        </pc:spChg>
        <pc:spChg chg="add mod">
          <ac:chgData name="Kuzmin Gregory" userId="60f5cda76aafd52b" providerId="LiveId" clId="{79894573-6A8D-4BF6-B886-8656FA8C3952}" dt="2023-05-06T04:04:48.160" v="2516" actId="164"/>
          <ac:spMkLst>
            <pc:docMk/>
            <pc:sldMk cId="1789051423" sldId="267"/>
            <ac:spMk id="5" creationId="{E5EE897E-99B5-AB95-BDAA-27D4BA292ACE}"/>
          </ac:spMkLst>
        </pc:spChg>
        <pc:spChg chg="add mod ord">
          <ac:chgData name="Kuzmin Gregory" userId="60f5cda76aafd52b" providerId="LiveId" clId="{79894573-6A8D-4BF6-B886-8656FA8C3952}" dt="2023-05-06T04:11:30.970" v="2591" actId="1035"/>
          <ac:spMkLst>
            <pc:docMk/>
            <pc:sldMk cId="1789051423" sldId="267"/>
            <ac:spMk id="10" creationId="{40F794CF-A3D5-4A5B-559F-25FD861B221E}"/>
          </ac:spMkLst>
        </pc:spChg>
        <pc:grpChg chg="add mod">
          <ac:chgData name="Kuzmin Gregory" userId="60f5cda76aafd52b" providerId="LiveId" clId="{79894573-6A8D-4BF6-B886-8656FA8C3952}" dt="2023-05-06T04:10:11.112" v="2588" actId="1076"/>
          <ac:grpSpMkLst>
            <pc:docMk/>
            <pc:sldMk cId="1789051423" sldId="267"/>
            <ac:grpSpMk id="8" creationId="{14561838-3651-0914-A40B-50661855A774}"/>
          </ac:grpSpMkLst>
        </pc:grpChg>
        <pc:picChg chg="add del mod">
          <ac:chgData name="Kuzmin Gregory" userId="60f5cda76aafd52b" providerId="LiveId" clId="{79894573-6A8D-4BF6-B886-8656FA8C3952}" dt="2023-05-06T04:04:37.265" v="2514" actId="478"/>
          <ac:picMkLst>
            <pc:docMk/>
            <pc:sldMk cId="1789051423" sldId="267"/>
            <ac:picMk id="7" creationId="{3ED3DAF8-712D-C65C-BE5C-55EC7FBD9F77}"/>
          </ac:picMkLst>
        </pc:picChg>
      </pc:sldChg>
      <pc:sldChg chg="addSp delSp modSp add mod ord modTransition">
        <pc:chgData name="Kuzmin Gregory" userId="60f5cda76aafd52b" providerId="LiveId" clId="{79894573-6A8D-4BF6-B886-8656FA8C3952}" dt="2023-05-06T04:11:29.345" v="2590" actId="1035"/>
        <pc:sldMkLst>
          <pc:docMk/>
          <pc:sldMk cId="610334554" sldId="268"/>
        </pc:sldMkLst>
        <pc:spChg chg="del">
          <ac:chgData name="Kuzmin Gregory" userId="60f5cda76aafd52b" providerId="LiveId" clId="{79894573-6A8D-4BF6-B886-8656FA8C3952}" dt="2023-05-06T04:09:51.943" v="2579" actId="478"/>
          <ac:spMkLst>
            <pc:docMk/>
            <pc:sldMk cId="610334554" sldId="268"/>
            <ac:spMk id="2" creationId="{BD5799F7-E97A-94E5-FA74-76E19944AB2E}"/>
          </ac:spMkLst>
        </pc:spChg>
        <pc:spChg chg="add mod">
          <ac:chgData name="Kuzmin Gregory" userId="60f5cda76aafd52b" providerId="LiveId" clId="{79894573-6A8D-4BF6-B886-8656FA8C3952}" dt="2023-05-06T04:11:29.345" v="2590" actId="1035"/>
          <ac:spMkLst>
            <pc:docMk/>
            <pc:sldMk cId="610334554" sldId="268"/>
            <ac:spMk id="6" creationId="{3E3E985E-DD72-8FCC-039C-EB57A81E3147}"/>
          </ac:spMkLst>
        </pc:spChg>
        <pc:grpChg chg="del">
          <ac:chgData name="Kuzmin Gregory" userId="60f5cda76aafd52b" providerId="LiveId" clId="{79894573-6A8D-4BF6-B886-8656FA8C3952}" dt="2023-05-06T04:06:07.483" v="2525" actId="478"/>
          <ac:grpSpMkLst>
            <pc:docMk/>
            <pc:sldMk cId="610334554" sldId="268"/>
            <ac:grpSpMk id="8" creationId="{14561838-3651-0914-A40B-50661855A774}"/>
          </ac:grpSpMkLst>
        </pc:grpChg>
      </pc:sldChg>
      <pc:sldChg chg="addSp delSp modSp add mod ord modTransition">
        <pc:chgData name="Kuzmin Gregory" userId="60f5cda76aafd52b" providerId="LiveId" clId="{79894573-6A8D-4BF6-B886-8656FA8C3952}" dt="2023-05-06T04:11:27.785" v="2589" actId="1035"/>
        <pc:sldMkLst>
          <pc:docMk/>
          <pc:sldMk cId="3993046947" sldId="269"/>
        </pc:sldMkLst>
        <pc:spChg chg="mod">
          <ac:chgData name="Kuzmin Gregory" userId="60f5cda76aafd52b" providerId="LiveId" clId="{79894573-6A8D-4BF6-B886-8656FA8C3952}" dt="2023-05-06T04:11:27.785" v="2589" actId="1035"/>
          <ac:spMkLst>
            <pc:docMk/>
            <pc:sldMk cId="3993046947" sldId="269"/>
            <ac:spMk id="2" creationId="{BD5799F7-E97A-94E5-FA74-76E19944AB2E}"/>
          </ac:spMkLst>
        </pc:spChg>
        <pc:spChg chg="add del mod">
          <ac:chgData name="Kuzmin Gregory" userId="60f5cda76aafd52b" providerId="LiveId" clId="{79894573-6A8D-4BF6-B886-8656FA8C3952}" dt="2023-05-06T04:07:24.751" v="2542" actId="478"/>
          <ac:spMkLst>
            <pc:docMk/>
            <pc:sldMk cId="3993046947" sldId="269"/>
            <ac:spMk id="3" creationId="{110668EB-47EA-2EB4-8AB1-D196E5847AB8}"/>
          </ac:spMkLst>
        </pc:spChg>
        <pc:spChg chg="mod">
          <ac:chgData name="Kuzmin Gregory" userId="60f5cda76aafd52b" providerId="LiveId" clId="{79894573-6A8D-4BF6-B886-8656FA8C3952}" dt="2023-05-06T04:08:19.979" v="2548" actId="208"/>
          <ac:spMkLst>
            <pc:docMk/>
            <pc:sldMk cId="3993046947" sldId="269"/>
            <ac:spMk id="5" creationId="{4012CC43-5397-C219-2514-A3EBFDBAF610}"/>
          </ac:spMkLst>
        </pc:spChg>
        <pc:spChg chg="mod">
          <ac:chgData name="Kuzmin Gregory" userId="60f5cda76aafd52b" providerId="LiveId" clId="{79894573-6A8D-4BF6-B886-8656FA8C3952}" dt="2023-05-06T04:08:29.118" v="2550" actId="208"/>
          <ac:spMkLst>
            <pc:docMk/>
            <pc:sldMk cId="3993046947" sldId="269"/>
            <ac:spMk id="6" creationId="{0268E296-166E-B5DB-4CD5-B0071716CD2D}"/>
          </ac:spMkLst>
        </pc:spChg>
        <pc:spChg chg="mod">
          <ac:chgData name="Kuzmin Gregory" userId="60f5cda76aafd52b" providerId="LiveId" clId="{79894573-6A8D-4BF6-B886-8656FA8C3952}" dt="2023-05-06T04:08:24.936" v="2549" actId="208"/>
          <ac:spMkLst>
            <pc:docMk/>
            <pc:sldMk cId="3993046947" sldId="269"/>
            <ac:spMk id="7" creationId="{A425CEF4-3F1B-E1B4-1FA7-BC454BB33996}"/>
          </ac:spMkLst>
        </pc:spChg>
        <pc:grpChg chg="add mod">
          <ac:chgData name="Kuzmin Gregory" userId="60f5cda76aafd52b" providerId="LiveId" clId="{79894573-6A8D-4BF6-B886-8656FA8C3952}" dt="2023-05-06T04:10:05.539" v="2587" actId="1076"/>
          <ac:grpSpMkLst>
            <pc:docMk/>
            <pc:sldMk cId="3993046947" sldId="269"/>
            <ac:grpSpMk id="4" creationId="{3319E0CB-56A1-EC72-ADBF-156073D0E1A1}"/>
          </ac:grpSpMkLst>
        </pc:grpChg>
      </pc:sldChg>
      <pc:sldChg chg="addSp delSp modSp add mod ord">
        <pc:chgData name="Kuzmin Gregory" userId="60f5cda76aafd52b" providerId="LiveId" clId="{79894573-6A8D-4BF6-B886-8656FA8C3952}" dt="2023-05-06T04:36:02.099" v="3974" actId="1036"/>
        <pc:sldMkLst>
          <pc:docMk/>
          <pc:sldMk cId="1826470929" sldId="270"/>
        </pc:sldMkLst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2" creationId="{A46192B6-5487-E466-9726-37DA95BADFC0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5" creationId="{73BD4C20-ACEB-8FAE-518A-9EEAA162CF38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11" creationId="{13ABDE9A-14E9-4001-C516-F40891650D93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12" creationId="{D6FA4DFD-8394-339F-ED5D-256265736E11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14" creationId="{E3493038-A511-F881-BD8E-425E8C2C9B5D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16" creationId="{D8AD84E7-12DD-3403-DC32-9F9BCFC1CF0C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18" creationId="{B2175560-E9F1-A65B-5CAF-20CE521F999B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20" creationId="{0B0C3F30-FB93-CDDB-9422-895E051C6342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29" creationId="{493F5017-D60F-D538-325E-AE0CC8B28549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31" creationId="{E294D171-95A1-396A-66AD-C8ED4CA53679}"/>
          </ac:spMkLst>
        </pc:spChg>
        <pc:spChg chg="del">
          <ac:chgData name="Kuzmin Gregory" userId="60f5cda76aafd52b" providerId="LiveId" clId="{79894573-6A8D-4BF6-B886-8656FA8C3952}" dt="2023-05-06T04:19:53.026" v="2710" actId="478"/>
          <ac:spMkLst>
            <pc:docMk/>
            <pc:sldMk cId="1826470929" sldId="270"/>
            <ac:spMk id="112" creationId="{C833B5F6-A015-1AE1-A03D-0279A4A1004E}"/>
          </ac:spMkLst>
        </pc:spChg>
        <pc:spChg chg="mod">
          <ac:chgData name="Kuzmin Gregory" userId="60f5cda76aafd52b" providerId="LiveId" clId="{79894573-6A8D-4BF6-B886-8656FA8C3952}" dt="2023-05-06T04:19:54.177" v="2711"/>
          <ac:spMkLst>
            <pc:docMk/>
            <pc:sldMk cId="1826470929" sldId="270"/>
            <ac:spMk id="116" creationId="{4435C604-046C-96FC-5266-6F34774948D1}"/>
          </ac:spMkLst>
        </pc:spChg>
        <pc:spChg chg="mod">
          <ac:chgData name="Kuzmin Gregory" userId="60f5cda76aafd52b" providerId="LiveId" clId="{79894573-6A8D-4BF6-B886-8656FA8C3952}" dt="2023-05-06T04:28:02.855" v="3191"/>
          <ac:spMkLst>
            <pc:docMk/>
            <pc:sldMk cId="1826470929" sldId="270"/>
            <ac:spMk id="123" creationId="{8C853E5A-DE9C-6FDC-79E4-ADE22C1784BB}"/>
          </ac:spMkLst>
        </pc:spChg>
        <pc:spChg chg="mod">
          <ac:chgData name="Kuzmin Gregory" userId="60f5cda76aafd52b" providerId="LiveId" clId="{79894573-6A8D-4BF6-B886-8656FA8C3952}" dt="2023-05-06T04:28:02.855" v="3191"/>
          <ac:spMkLst>
            <pc:docMk/>
            <pc:sldMk cId="1826470929" sldId="270"/>
            <ac:spMk id="125" creationId="{4BFBD3B5-81F7-0E38-C585-CADCFC1C9278}"/>
          </ac:spMkLst>
        </pc:spChg>
        <pc:spChg chg="mod">
          <ac:chgData name="Kuzmin Gregory" userId="60f5cda76aafd52b" providerId="LiveId" clId="{79894573-6A8D-4BF6-B886-8656FA8C3952}" dt="2023-05-06T04:28:02.855" v="3191"/>
          <ac:spMkLst>
            <pc:docMk/>
            <pc:sldMk cId="1826470929" sldId="270"/>
            <ac:spMk id="126" creationId="{30C0273B-6652-889B-3978-55ADAF1945F4}"/>
          </ac:spMkLst>
        </pc:spChg>
        <pc:spChg chg="mod">
          <ac:chgData name="Kuzmin Gregory" userId="60f5cda76aafd52b" providerId="LiveId" clId="{79894573-6A8D-4BF6-B886-8656FA8C3952}" dt="2023-05-06T04:28:02.855" v="3191"/>
          <ac:spMkLst>
            <pc:docMk/>
            <pc:sldMk cId="1826470929" sldId="270"/>
            <ac:spMk id="127" creationId="{E7AA61CA-3A3D-377E-335B-90B56AE2DF7B}"/>
          </ac:spMkLst>
        </pc:spChg>
        <pc:spChg chg="mod">
          <ac:chgData name="Kuzmin Gregory" userId="60f5cda76aafd52b" providerId="LiveId" clId="{79894573-6A8D-4BF6-B886-8656FA8C3952}" dt="2023-05-06T04:28:02.855" v="3191"/>
          <ac:spMkLst>
            <pc:docMk/>
            <pc:sldMk cId="1826470929" sldId="270"/>
            <ac:spMk id="129" creationId="{B6ABDF92-BEE5-2387-B04B-4FADA4919727}"/>
          </ac:spMkLst>
        </pc:spChg>
        <pc:spChg chg="mod">
          <ac:chgData name="Kuzmin Gregory" userId="60f5cda76aafd52b" providerId="LiveId" clId="{79894573-6A8D-4BF6-B886-8656FA8C3952}" dt="2023-05-06T04:28:02.855" v="3191"/>
          <ac:spMkLst>
            <pc:docMk/>
            <pc:sldMk cId="1826470929" sldId="270"/>
            <ac:spMk id="133" creationId="{68F05D90-2E75-6FC5-D30D-039C8BB0710B}"/>
          </ac:spMkLst>
        </pc:spChg>
        <pc:spChg chg="mod">
          <ac:chgData name="Kuzmin Gregory" userId="60f5cda76aafd52b" providerId="LiveId" clId="{79894573-6A8D-4BF6-B886-8656FA8C3952}" dt="2023-05-06T04:28:02.855" v="3191"/>
          <ac:spMkLst>
            <pc:docMk/>
            <pc:sldMk cId="1826470929" sldId="270"/>
            <ac:spMk id="134" creationId="{6A1AD6F2-CAD8-A5BE-68D9-0D34AE25D1E8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42" creationId="{2687657E-320D-652C-C8F7-78E68E97CBCB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43" creationId="{4A0D3BCB-62EA-D19B-F678-0BED2907B5D0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44" creationId="{7162C03F-A110-3560-9A02-6EC3E82ACF87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46" creationId="{FD188B30-8FF1-5E34-872F-354A5D0DCDDF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47" creationId="{A7F5B8B5-6BDC-7EA5-FD58-03981348AC43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49" creationId="{5FF293B6-D5C7-4B0E-E8A8-3E5839141588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51" creationId="{8D9C3321-3974-DA3D-93FC-8B8EDAE369C0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54" creationId="{5AD9D2B4-7EC0-55A7-E282-BB58B918ADA6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55" creationId="{D020182D-BB01-2EC1-A3F6-C71A9B237816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58" creationId="{71D27961-DDBA-FDAE-078E-6E4C870609A4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60" creationId="{2DFF51DA-97A5-52E8-11AD-23D3F92BE5D6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62" creationId="{DD30920F-2092-EB27-1209-46BEA6B6BB32}"/>
          </ac:spMkLst>
        </pc:spChg>
        <pc:spChg chg="mod">
          <ac:chgData name="Kuzmin Gregory" userId="60f5cda76aafd52b" providerId="LiveId" clId="{79894573-6A8D-4BF6-B886-8656FA8C3952}" dt="2023-05-06T04:35:58.993" v="3904"/>
          <ac:spMkLst>
            <pc:docMk/>
            <pc:sldMk cId="1826470929" sldId="270"/>
            <ac:spMk id="163" creationId="{6E9C0C9E-D896-C668-101B-5E9086C9ED63}"/>
          </ac:spMkLst>
        </pc:spChg>
        <pc:grpChg chg="del">
          <ac:chgData name="Kuzmin Gregory" userId="60f5cda76aafd52b" providerId="LiveId" clId="{79894573-6A8D-4BF6-B886-8656FA8C3952}" dt="2023-05-06T04:19:53.026" v="2710" actId="478"/>
          <ac:grpSpMkLst>
            <pc:docMk/>
            <pc:sldMk cId="1826470929" sldId="270"/>
            <ac:grpSpMk id="3" creationId="{547E094E-6CBD-B7AC-8013-7B49160741B7}"/>
          </ac:grpSpMkLst>
        </pc:grpChg>
        <pc:grpChg chg="add mod">
          <ac:chgData name="Kuzmin Gregory" userId="60f5cda76aafd52b" providerId="LiveId" clId="{79894573-6A8D-4BF6-B886-8656FA8C3952}" dt="2023-05-06T04:19:58.242" v="2712" actId="1076"/>
          <ac:grpSpMkLst>
            <pc:docMk/>
            <pc:sldMk cId="1826470929" sldId="270"/>
            <ac:grpSpMk id="115" creationId="{48C8167B-7887-6D43-C958-5993AAD0645D}"/>
          </ac:grpSpMkLst>
        </pc:grpChg>
        <pc:grpChg chg="add del mod">
          <ac:chgData name="Kuzmin Gregory" userId="60f5cda76aafd52b" providerId="LiveId" clId="{79894573-6A8D-4BF6-B886-8656FA8C3952}" dt="2023-05-06T04:35:58.536" v="3903" actId="478"/>
          <ac:grpSpMkLst>
            <pc:docMk/>
            <pc:sldMk cId="1826470929" sldId="270"/>
            <ac:grpSpMk id="122" creationId="{7D95016F-7299-B9E5-9294-8D7EF23D6F2F}"/>
          </ac:grpSpMkLst>
        </pc:grpChg>
        <pc:grpChg chg="add mod">
          <ac:chgData name="Kuzmin Gregory" userId="60f5cda76aafd52b" providerId="LiveId" clId="{79894573-6A8D-4BF6-B886-8656FA8C3952}" dt="2023-05-06T04:36:02.099" v="3974" actId="1036"/>
          <ac:grpSpMkLst>
            <pc:docMk/>
            <pc:sldMk cId="1826470929" sldId="270"/>
            <ac:grpSpMk id="141" creationId="{1122B9E2-7BE5-CE4E-A37C-D3333722590C}"/>
          </ac:grpSpMkLst>
        </pc:grpChg>
        <pc:picChg chg="del">
          <ac:chgData name="Kuzmin Gregory" userId="60f5cda76aafd52b" providerId="LiveId" clId="{79894573-6A8D-4BF6-B886-8656FA8C3952}" dt="2023-05-06T04:19:53.026" v="2710" actId="478"/>
          <ac:picMkLst>
            <pc:docMk/>
            <pc:sldMk cId="1826470929" sldId="270"/>
            <ac:picMk id="7" creationId="{A665A490-DDE5-61E4-B346-B46EAD6E2995}"/>
          </ac:picMkLst>
        </pc:picChg>
        <pc:picChg chg="del">
          <ac:chgData name="Kuzmin Gregory" userId="60f5cda76aafd52b" providerId="LiveId" clId="{79894573-6A8D-4BF6-B886-8656FA8C3952}" dt="2023-05-06T04:19:53.026" v="2710" actId="478"/>
          <ac:picMkLst>
            <pc:docMk/>
            <pc:sldMk cId="1826470929" sldId="270"/>
            <ac:picMk id="8" creationId="{B3F5C393-B0C1-6440-92DA-9EDD2D5770E5}"/>
          </ac:picMkLst>
        </pc:picChg>
        <pc:picChg chg="add mod">
          <ac:chgData name="Kuzmin Gregory" userId="60f5cda76aafd52b" providerId="LiveId" clId="{79894573-6A8D-4BF6-B886-8656FA8C3952}" dt="2023-05-06T04:26:44.299" v="2882"/>
          <ac:picMkLst>
            <pc:docMk/>
            <pc:sldMk cId="1826470929" sldId="270"/>
            <ac:picMk id="33" creationId="{9A11FC83-33BE-7C87-3D40-1BED1EA4A995}"/>
          </ac:picMkLst>
        </pc:picChg>
        <pc:picChg chg="del">
          <ac:chgData name="Kuzmin Gregory" userId="60f5cda76aafd52b" providerId="LiveId" clId="{79894573-6A8D-4BF6-B886-8656FA8C3952}" dt="2023-05-06T04:19:53.026" v="2710" actId="478"/>
          <ac:picMkLst>
            <pc:docMk/>
            <pc:sldMk cId="1826470929" sldId="270"/>
            <ac:picMk id="113" creationId="{93D931CD-FDAB-787E-6C10-071AB0BF00E0}"/>
          </ac:picMkLst>
        </pc:picChg>
        <pc:picChg chg="del">
          <ac:chgData name="Kuzmin Gregory" userId="60f5cda76aafd52b" providerId="LiveId" clId="{79894573-6A8D-4BF6-B886-8656FA8C3952}" dt="2023-05-06T04:19:53.026" v="2710" actId="478"/>
          <ac:picMkLst>
            <pc:docMk/>
            <pc:sldMk cId="1826470929" sldId="270"/>
            <ac:picMk id="114" creationId="{BFB558CF-9134-D457-7785-EEC5938B59D4}"/>
          </ac:picMkLst>
        </pc:picChg>
        <pc:picChg chg="mod">
          <ac:chgData name="Kuzmin Gregory" userId="60f5cda76aafd52b" providerId="LiveId" clId="{79894573-6A8D-4BF6-B886-8656FA8C3952}" dt="2023-05-06T04:19:54.177" v="2711"/>
          <ac:picMkLst>
            <pc:docMk/>
            <pc:sldMk cId="1826470929" sldId="270"/>
            <ac:picMk id="117" creationId="{3506F869-7FAB-E5EB-615C-AF44B0398032}"/>
          </ac:picMkLst>
        </pc:picChg>
        <pc:picChg chg="mod">
          <ac:chgData name="Kuzmin Gregory" userId="60f5cda76aafd52b" providerId="LiveId" clId="{79894573-6A8D-4BF6-B886-8656FA8C3952}" dt="2023-05-06T04:19:54.177" v="2711"/>
          <ac:picMkLst>
            <pc:docMk/>
            <pc:sldMk cId="1826470929" sldId="270"/>
            <ac:picMk id="118" creationId="{4619ADBC-F8AD-DA33-4767-FC297B929F59}"/>
          </ac:picMkLst>
        </pc:picChg>
        <pc:picChg chg="mod">
          <ac:chgData name="Kuzmin Gregory" userId="60f5cda76aafd52b" providerId="LiveId" clId="{79894573-6A8D-4BF6-B886-8656FA8C3952}" dt="2023-05-06T04:19:54.177" v="2711"/>
          <ac:picMkLst>
            <pc:docMk/>
            <pc:sldMk cId="1826470929" sldId="270"/>
            <ac:picMk id="119" creationId="{8EC0CA30-14A5-A32F-215C-B25E518011DD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24" creationId="{E5703C77-67D2-6A1B-9EBD-4CAC53B245F8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28" creationId="{038B39A5-044C-8BA4-CC63-5E48B99475C5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0" creationId="{3F2CA70C-8615-8325-DA8D-E7489BA1F337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1" creationId="{86EB6A6A-B07D-4858-9F3C-E8BE1BECA0DE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2" creationId="{D7022A11-6759-2F39-07CE-09E20297729E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5" creationId="{43AB2D67-A418-DCAE-5D08-01A87BD61FD8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6" creationId="{DE49E931-8BC2-FE7E-53AB-411A80F05F36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7" creationId="{C9A5AE20-F821-1B44-4548-F7E58B41738E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8" creationId="{397BE7DA-97AC-B463-304B-26AFC5F38CBE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39" creationId="{83A8417A-407A-55B0-D8CA-C51B50F211EF}"/>
          </ac:picMkLst>
        </pc:picChg>
        <pc:picChg chg="mod">
          <ac:chgData name="Kuzmin Gregory" userId="60f5cda76aafd52b" providerId="LiveId" clId="{79894573-6A8D-4BF6-B886-8656FA8C3952}" dt="2023-05-06T04:28:02.855" v="3191"/>
          <ac:picMkLst>
            <pc:docMk/>
            <pc:sldMk cId="1826470929" sldId="270"/>
            <ac:picMk id="140" creationId="{2698CC4E-C3C0-233E-6650-56FEB70AB707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45" creationId="{E9ECDF69-53E2-9C3C-C0F0-219ACADFE0CD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48" creationId="{37530671-C409-E4AD-C00E-2295150B519C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50" creationId="{A4B2DAF5-604F-9F0B-6CE6-E4ECE2676892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52" creationId="{35392567-15B0-D271-8D0F-B4B70ACD27C6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53" creationId="{FB4B2C85-702A-7ED4-BC8F-94ABF5F42148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56" creationId="{99B5B8C4-EA6D-9135-600C-035855793B0D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57" creationId="{2910030E-53FB-7A6C-F4DC-52B72072702D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59" creationId="{F8FF2083-2A91-0E02-D52F-5EEB4263B6A4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61" creationId="{AF9A9955-D13D-B80A-B11B-F594475E0F74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64" creationId="{7AC658F2-1474-B258-E670-AEDD33DF4E15}"/>
          </ac:picMkLst>
        </pc:picChg>
        <pc:picChg chg="mod">
          <ac:chgData name="Kuzmin Gregory" userId="60f5cda76aafd52b" providerId="LiveId" clId="{79894573-6A8D-4BF6-B886-8656FA8C3952}" dt="2023-05-06T04:35:58.993" v="3904"/>
          <ac:picMkLst>
            <pc:docMk/>
            <pc:sldMk cId="1826470929" sldId="270"/>
            <ac:picMk id="165" creationId="{90897072-824F-F7FB-D05C-60AFC31674FD}"/>
          </ac:picMkLst>
        </pc:picChg>
        <pc:cxnChg chg="mod">
          <ac:chgData name="Kuzmin Gregory" userId="60f5cda76aafd52b" providerId="LiveId" clId="{79894573-6A8D-4BF6-B886-8656FA8C3952}" dt="2023-05-06T04:19:54.177" v="2711"/>
          <ac:cxnSpMkLst>
            <pc:docMk/>
            <pc:sldMk cId="1826470929" sldId="270"/>
            <ac:cxnSpMk id="120" creationId="{DD62255E-1DD3-4302-F483-E26E16DB47D6}"/>
          </ac:cxnSpMkLst>
        </pc:cxnChg>
        <pc:cxnChg chg="mod">
          <ac:chgData name="Kuzmin Gregory" userId="60f5cda76aafd52b" providerId="LiveId" clId="{79894573-6A8D-4BF6-B886-8656FA8C3952}" dt="2023-05-06T04:19:54.177" v="2711"/>
          <ac:cxnSpMkLst>
            <pc:docMk/>
            <pc:sldMk cId="1826470929" sldId="270"/>
            <ac:cxnSpMk id="121" creationId="{82CFAE76-475F-197D-C7A6-FBAA4027CE4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3E5443-D21A-449E-9593-C20341E87DA2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4A8FC-C7DB-44C6-89CA-B61262C880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90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87212-3A50-BE06-B45F-B095A321B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24D4FF-D41C-C9E3-207E-2E8BEB852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10F4A2-D95B-36F3-4BD2-D968CCC0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5BD4A7-CA6A-76D2-21D0-34EC3E44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017902-E305-CA06-C471-FB6669E1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21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A5B5F-D5FF-E58A-BA14-4C0AE18C2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71801B-2D94-2CE5-408A-458D92E95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2E5255-7E5E-3079-920E-9C2DA27AD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95ED49-0355-F71D-991E-748A52675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41DB33-6944-266D-1D0A-03DDB1E9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39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F5E54-CAB9-03F2-E104-C960A163B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49572A-4682-8710-A808-E937DF0AF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723BD3-D266-5A6C-4036-247B381A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CF7D95-1417-0358-E587-86FC5E8D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39644F-F0CD-6960-BF94-62E402EB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70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8770EF-90FB-084B-D9A6-ECF992EF8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A24154-FE83-D964-B734-926E273F0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D49808-5D25-2782-E9ED-61F5A8826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A657E4-F07E-6D60-E15E-ED65A1F4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F583F5-248B-D747-62C7-DA6DEC6E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A79AEC-4F9E-C76D-8D29-74BC55DB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867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0AEB04-6B0F-A08C-2634-4402B554D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BB93E4-C719-4B24-7F07-33593B522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80DBBB-E4D8-9277-7C03-EC24A4A7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63BE20-BEAC-8675-8631-D807FB937C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C4D6D6-810B-6B41-B864-122AFC5A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289273-CDAF-BF6C-B51D-7AB90B110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DF3F34-B01B-F188-DA6D-6660422A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D522CC1-953A-4888-F29B-E1ECDE092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888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594A8E-23D2-F2E2-D823-E3E983EF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06FCA15-C4D0-544F-7B08-3383F92B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21D511-E981-5AE7-8FDD-5CC44916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1023567-C3BC-6227-4C82-53B3F55A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636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D417AC-EDBE-5E41-424A-CADF9F96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240955-2E47-E3D7-2CCA-E10073F8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55564E-09BB-4B52-F8F3-397F59B2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88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28E1E-5BFD-FFA1-5F2D-7086B420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16DB73-727A-FDC9-A5EA-D2791CAC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2EB90B-300D-68E0-6A53-FF7015598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3416E7-78AA-CB2D-E39E-CFB52FA9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168D01-9637-14EA-DDD2-929604ED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259CDE-FD1E-8F42-A015-A02D47E6A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68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ED4F5-4BF3-3178-E596-65D73041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08511C-2A9A-54E2-CC80-A0D14D9EB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7B0C03-9D5F-FF72-A876-BF17FB0E0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509314-3131-7365-15C4-B7F9F0476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C9516B-9D26-1E6E-7428-28DF9499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A3A01F-22F1-2D95-18EF-648CBC6B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292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2B3EEF-337A-26EF-3C67-B68279BA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C4D37C-8F65-6284-56EF-ECFDF5FFE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C1227A-62ED-64BD-01A2-AA79A33F6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448E61-F8A5-0412-0AAA-7E4AD20E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5A80C9-0B69-76BB-31CF-45DCAF8F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67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31A92A-A2A1-1567-CAB3-5123C73C6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47AFD5-68EA-3EF3-837B-FC9C9D379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529BE9-5214-C46A-C0A7-C832569C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D2AFE7-64BF-D897-D0A6-251DD252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912628-547C-9A5B-8919-87AB18CC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46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EFDF-73DC-F266-B6CA-5E30E6C1D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08D4B1-D417-34D3-08B1-B89106543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AD7E90-774D-2B99-64A6-CE3E52DEE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CB62F-5936-4454-B584-4F8426B21AC1}" type="datetimeFigureOut">
              <a:rPr lang="ru-RU" smtClean="0"/>
              <a:t>06.05.2023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41B033-C629-8CF4-26CB-25D31C146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B042C1-1B7E-21B8-65A7-D87339548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C6D0E-3B4F-438D-8278-219AA8FFA7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59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2.jpg"/><Relationship Id="rId2" Type="http://schemas.openxmlformats.org/officeDocument/2006/relationships/slide" Target="slide9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slide" Target="slide10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2.jpg"/><Relationship Id="rId2" Type="http://schemas.openxmlformats.org/officeDocument/2006/relationships/slide" Target="slide9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slide" Target="slide10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2.jpg"/><Relationship Id="rId2" Type="http://schemas.openxmlformats.org/officeDocument/2006/relationships/slide" Target="slide9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slide" Target="slide10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2.jpg"/><Relationship Id="rId2" Type="http://schemas.openxmlformats.org/officeDocument/2006/relationships/slide" Target="slide9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slide" Target="slide10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8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image" Target="../media/image17.jpe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3.png"/><Relationship Id="rId2" Type="http://schemas.openxmlformats.org/officeDocument/2006/relationships/slide" Target="slide9.xml"/><Relationship Id="rId16" Type="http://schemas.openxmlformats.org/officeDocument/2006/relationships/image" Target="../media/image11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23" Type="http://schemas.openxmlformats.org/officeDocument/2006/relationships/slide" Target="slide6.xml"/><Relationship Id="rId10" Type="http://schemas.openxmlformats.org/officeDocument/2006/relationships/image" Target="../media/image5.png"/><Relationship Id="rId19" Type="http://schemas.openxmlformats.org/officeDocument/2006/relationships/image" Target="../media/image15.png"/><Relationship Id="rId4" Type="http://schemas.openxmlformats.org/officeDocument/2006/relationships/slide" Target="slide10.xml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image" Target="../media/image13.png"/><Relationship Id="rId2" Type="http://schemas.openxmlformats.org/officeDocument/2006/relationships/slide" Target="slide9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slide" Target="slide10.xml"/><Relationship Id="rId9" Type="http://schemas.openxmlformats.org/officeDocument/2006/relationships/image" Target="../media/image4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7.png"/><Relationship Id="rId3" Type="http://schemas.openxmlformats.org/officeDocument/2006/relationships/slide" Target="slide9.xml"/><Relationship Id="rId7" Type="http://schemas.openxmlformats.org/officeDocument/2006/relationships/slide" Target="slide14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image" Target="../media/image18.jp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5" Type="http://schemas.openxmlformats.org/officeDocument/2006/relationships/slide" Target="slide10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slide" Target="slide13.xml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7.png"/><Relationship Id="rId18" Type="http://schemas.openxmlformats.org/officeDocument/2006/relationships/image" Target="../media/image14.png"/><Relationship Id="rId26" Type="http://schemas.openxmlformats.org/officeDocument/2006/relationships/image" Target="../media/image26.png"/><Relationship Id="rId3" Type="http://schemas.openxmlformats.org/officeDocument/2006/relationships/slide" Target="slide9.xml"/><Relationship Id="rId21" Type="http://schemas.openxmlformats.org/officeDocument/2006/relationships/image" Target="../media/image21.png"/><Relationship Id="rId7" Type="http://schemas.openxmlformats.org/officeDocument/2006/relationships/slide" Target="slide14.xml"/><Relationship Id="rId12" Type="http://schemas.openxmlformats.org/officeDocument/2006/relationships/image" Target="../media/image6.png"/><Relationship Id="rId17" Type="http://schemas.openxmlformats.org/officeDocument/2006/relationships/slide" Target="slide15.xml"/><Relationship Id="rId25" Type="http://schemas.openxmlformats.org/officeDocument/2006/relationships/image" Target="../media/image25.png"/><Relationship Id="rId2" Type="http://schemas.openxmlformats.org/officeDocument/2006/relationships/image" Target="../media/image18.jpg"/><Relationship Id="rId16" Type="http://schemas.openxmlformats.org/officeDocument/2006/relationships/image" Target="../media/image10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24" Type="http://schemas.openxmlformats.org/officeDocument/2006/relationships/image" Target="../media/image24.png"/><Relationship Id="rId5" Type="http://schemas.openxmlformats.org/officeDocument/2006/relationships/slide" Target="slide10.xml"/><Relationship Id="rId15" Type="http://schemas.openxmlformats.org/officeDocument/2006/relationships/image" Target="../media/image9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4.png"/><Relationship Id="rId19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slide" Target="slide13.xml"/><Relationship Id="rId14" Type="http://schemas.openxmlformats.org/officeDocument/2006/relationships/image" Target="../media/image8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30.png"/><Relationship Id="rId26" Type="http://schemas.openxmlformats.org/officeDocument/2006/relationships/slide" Target="slide15.xml"/><Relationship Id="rId21" Type="http://schemas.openxmlformats.org/officeDocument/2006/relationships/slide" Target="slide11.xml"/><Relationship Id="rId34" Type="http://schemas.openxmlformats.org/officeDocument/2006/relationships/image" Target="../media/image25.png"/><Relationship Id="rId7" Type="http://schemas.openxmlformats.org/officeDocument/2006/relationships/slide" Target="slide14.xml"/><Relationship Id="rId12" Type="http://schemas.openxmlformats.org/officeDocument/2006/relationships/image" Target="../media/image6.png"/><Relationship Id="rId17" Type="http://schemas.openxmlformats.org/officeDocument/2006/relationships/image" Target="../media/image29.png"/><Relationship Id="rId25" Type="http://schemas.openxmlformats.org/officeDocument/2006/relationships/image" Target="../media/image35.png"/><Relationship Id="rId33" Type="http://schemas.openxmlformats.org/officeDocument/2006/relationships/image" Target="../media/image24.png"/><Relationship Id="rId2" Type="http://schemas.openxmlformats.org/officeDocument/2006/relationships/image" Target="../media/image18.jpg"/><Relationship Id="rId16" Type="http://schemas.openxmlformats.org/officeDocument/2006/relationships/image" Target="../media/image10.png"/><Relationship Id="rId20" Type="http://schemas.openxmlformats.org/officeDocument/2006/relationships/image" Target="../media/image31.png"/><Relationship Id="rId29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24" Type="http://schemas.openxmlformats.org/officeDocument/2006/relationships/image" Target="../media/image34.png"/><Relationship Id="rId32" Type="http://schemas.openxmlformats.org/officeDocument/2006/relationships/image" Target="../media/image23.png"/><Relationship Id="rId37" Type="http://schemas.openxmlformats.org/officeDocument/2006/relationships/image" Target="../media/image28.png"/><Relationship Id="rId5" Type="http://schemas.openxmlformats.org/officeDocument/2006/relationships/slide" Target="slide10.xml"/><Relationship Id="rId15" Type="http://schemas.openxmlformats.org/officeDocument/2006/relationships/image" Target="../media/image9.png"/><Relationship Id="rId23" Type="http://schemas.openxmlformats.org/officeDocument/2006/relationships/image" Target="../media/image33.png"/><Relationship Id="rId28" Type="http://schemas.openxmlformats.org/officeDocument/2006/relationships/image" Target="../media/image19.png"/><Relationship Id="rId36" Type="http://schemas.openxmlformats.org/officeDocument/2006/relationships/image" Target="../media/image27.png"/><Relationship Id="rId10" Type="http://schemas.openxmlformats.org/officeDocument/2006/relationships/image" Target="../media/image4.png"/><Relationship Id="rId19" Type="http://schemas.openxmlformats.org/officeDocument/2006/relationships/slide" Target="slide12.xml"/><Relationship Id="rId31" Type="http://schemas.openxmlformats.org/officeDocument/2006/relationships/image" Target="../media/image22.png"/><Relationship Id="rId4" Type="http://schemas.openxmlformats.org/officeDocument/2006/relationships/image" Target="../media/image1.png"/><Relationship Id="rId9" Type="http://schemas.openxmlformats.org/officeDocument/2006/relationships/slide" Target="slide13.xml"/><Relationship Id="rId14" Type="http://schemas.openxmlformats.org/officeDocument/2006/relationships/image" Target="../media/image8.png"/><Relationship Id="rId22" Type="http://schemas.openxmlformats.org/officeDocument/2006/relationships/image" Target="../media/image32.png"/><Relationship Id="rId27" Type="http://schemas.openxmlformats.org/officeDocument/2006/relationships/image" Target="../media/image14.png"/><Relationship Id="rId30" Type="http://schemas.openxmlformats.org/officeDocument/2006/relationships/image" Target="../media/image21.png"/><Relationship Id="rId35" Type="http://schemas.openxmlformats.org/officeDocument/2006/relationships/image" Target="../media/image26.png"/><Relationship Id="rId8" Type="http://schemas.openxmlformats.org/officeDocument/2006/relationships/image" Target="../media/image3.png"/><Relationship Id="rId3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18" Type="http://schemas.openxmlformats.org/officeDocument/2006/relationships/image" Target="../media/image5.png"/><Relationship Id="rId26" Type="http://schemas.openxmlformats.org/officeDocument/2006/relationships/image" Target="../media/image19.png"/><Relationship Id="rId3" Type="http://schemas.openxmlformats.org/officeDocument/2006/relationships/image" Target="../media/image29.png"/><Relationship Id="rId21" Type="http://schemas.openxmlformats.org/officeDocument/2006/relationships/image" Target="../media/image8.png"/><Relationship Id="rId34" Type="http://schemas.openxmlformats.org/officeDocument/2006/relationships/image" Target="../media/image27.png"/><Relationship Id="rId7" Type="http://schemas.openxmlformats.org/officeDocument/2006/relationships/slide" Target="slide11.xml"/><Relationship Id="rId12" Type="http://schemas.openxmlformats.org/officeDocument/2006/relationships/slide" Target="slide10.xml"/><Relationship Id="rId17" Type="http://schemas.openxmlformats.org/officeDocument/2006/relationships/image" Target="../media/image4.png"/><Relationship Id="rId25" Type="http://schemas.openxmlformats.org/officeDocument/2006/relationships/image" Target="../media/image14.png"/><Relationship Id="rId33" Type="http://schemas.openxmlformats.org/officeDocument/2006/relationships/image" Target="../media/image26.png"/><Relationship Id="rId2" Type="http://schemas.openxmlformats.org/officeDocument/2006/relationships/image" Target="../media/image18.jpg"/><Relationship Id="rId16" Type="http://schemas.openxmlformats.org/officeDocument/2006/relationships/slide" Target="slide13.xml"/><Relationship Id="rId20" Type="http://schemas.openxmlformats.org/officeDocument/2006/relationships/image" Target="../media/image7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1.png"/><Relationship Id="rId24" Type="http://schemas.openxmlformats.org/officeDocument/2006/relationships/slide" Target="slide15.xml"/><Relationship Id="rId32" Type="http://schemas.openxmlformats.org/officeDocument/2006/relationships/image" Target="../media/image25.png"/><Relationship Id="rId5" Type="http://schemas.openxmlformats.org/officeDocument/2006/relationships/slide" Target="slide12.xml"/><Relationship Id="rId15" Type="http://schemas.openxmlformats.org/officeDocument/2006/relationships/image" Target="../media/image3.png"/><Relationship Id="rId23" Type="http://schemas.openxmlformats.org/officeDocument/2006/relationships/image" Target="../media/image10.png"/><Relationship Id="rId28" Type="http://schemas.openxmlformats.org/officeDocument/2006/relationships/image" Target="../media/image21.png"/><Relationship Id="rId10" Type="http://schemas.openxmlformats.org/officeDocument/2006/relationships/slide" Target="slide9.xml"/><Relationship Id="rId19" Type="http://schemas.openxmlformats.org/officeDocument/2006/relationships/image" Target="../media/image6.png"/><Relationship Id="rId31" Type="http://schemas.openxmlformats.org/officeDocument/2006/relationships/image" Target="../media/image24.png"/><Relationship Id="rId4" Type="http://schemas.openxmlformats.org/officeDocument/2006/relationships/image" Target="../media/image30.png"/><Relationship Id="rId9" Type="http://schemas.openxmlformats.org/officeDocument/2006/relationships/slide" Target="slide8.xml"/><Relationship Id="rId14" Type="http://schemas.openxmlformats.org/officeDocument/2006/relationships/slide" Target="slide14.xml"/><Relationship Id="rId22" Type="http://schemas.openxmlformats.org/officeDocument/2006/relationships/image" Target="../media/image9.png"/><Relationship Id="rId27" Type="http://schemas.openxmlformats.org/officeDocument/2006/relationships/image" Target="../media/image20.png"/><Relationship Id="rId30" Type="http://schemas.openxmlformats.org/officeDocument/2006/relationships/image" Target="../media/image23.png"/><Relationship Id="rId35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image" Target="../media/image29.png"/><Relationship Id="rId26" Type="http://schemas.openxmlformats.org/officeDocument/2006/relationships/image" Target="../media/image19.png"/><Relationship Id="rId3" Type="http://schemas.openxmlformats.org/officeDocument/2006/relationships/slide" Target="slide9.xml"/><Relationship Id="rId21" Type="http://schemas.openxmlformats.org/officeDocument/2006/relationships/image" Target="../media/image31.png"/><Relationship Id="rId34" Type="http://schemas.openxmlformats.org/officeDocument/2006/relationships/image" Target="../media/image27.png"/><Relationship Id="rId7" Type="http://schemas.openxmlformats.org/officeDocument/2006/relationships/slide" Target="slide14.xml"/><Relationship Id="rId12" Type="http://schemas.openxmlformats.org/officeDocument/2006/relationships/image" Target="../media/image6.png"/><Relationship Id="rId17" Type="http://schemas.openxmlformats.org/officeDocument/2006/relationships/slide" Target="slide8.xml"/><Relationship Id="rId25" Type="http://schemas.openxmlformats.org/officeDocument/2006/relationships/image" Target="../media/image14.png"/><Relationship Id="rId33" Type="http://schemas.openxmlformats.org/officeDocument/2006/relationships/image" Target="../media/image26.png"/><Relationship Id="rId2" Type="http://schemas.openxmlformats.org/officeDocument/2006/relationships/image" Target="../media/image18.jpg"/><Relationship Id="rId16" Type="http://schemas.openxmlformats.org/officeDocument/2006/relationships/image" Target="../media/image10.png"/><Relationship Id="rId20" Type="http://schemas.openxmlformats.org/officeDocument/2006/relationships/slide" Target="slide12.xml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5.png"/><Relationship Id="rId24" Type="http://schemas.openxmlformats.org/officeDocument/2006/relationships/slide" Target="slide15.xml"/><Relationship Id="rId32" Type="http://schemas.openxmlformats.org/officeDocument/2006/relationships/image" Target="../media/image25.png"/><Relationship Id="rId5" Type="http://schemas.openxmlformats.org/officeDocument/2006/relationships/slide" Target="slide10.xml"/><Relationship Id="rId15" Type="http://schemas.openxmlformats.org/officeDocument/2006/relationships/image" Target="../media/image9.png"/><Relationship Id="rId23" Type="http://schemas.openxmlformats.org/officeDocument/2006/relationships/image" Target="../media/image32.png"/><Relationship Id="rId28" Type="http://schemas.openxmlformats.org/officeDocument/2006/relationships/image" Target="../media/image21.png"/><Relationship Id="rId10" Type="http://schemas.openxmlformats.org/officeDocument/2006/relationships/image" Target="../media/image4.png"/><Relationship Id="rId19" Type="http://schemas.openxmlformats.org/officeDocument/2006/relationships/image" Target="../media/image30.png"/><Relationship Id="rId31" Type="http://schemas.openxmlformats.org/officeDocument/2006/relationships/image" Target="../media/image24.png"/><Relationship Id="rId4" Type="http://schemas.openxmlformats.org/officeDocument/2006/relationships/image" Target="../media/image1.png"/><Relationship Id="rId9" Type="http://schemas.openxmlformats.org/officeDocument/2006/relationships/slide" Target="slide13.xml"/><Relationship Id="rId14" Type="http://schemas.openxmlformats.org/officeDocument/2006/relationships/image" Target="../media/image8.png"/><Relationship Id="rId22" Type="http://schemas.openxmlformats.org/officeDocument/2006/relationships/slide" Target="slide11.xml"/><Relationship Id="rId27" Type="http://schemas.openxmlformats.org/officeDocument/2006/relationships/image" Target="../media/image20.png"/><Relationship Id="rId30" Type="http://schemas.openxmlformats.org/officeDocument/2006/relationships/image" Target="../media/image23.png"/><Relationship Id="rId35" Type="http://schemas.openxmlformats.org/officeDocument/2006/relationships/image" Target="../media/image28.png"/><Relationship Id="rId8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slide" Target="slide10.xml"/><Relationship Id="rId18" Type="http://schemas.openxmlformats.org/officeDocument/2006/relationships/image" Target="../media/image4.png"/><Relationship Id="rId26" Type="http://schemas.openxmlformats.org/officeDocument/2006/relationships/image" Target="../media/image14.png"/><Relationship Id="rId3" Type="http://schemas.openxmlformats.org/officeDocument/2006/relationships/image" Target="../media/image29.png"/><Relationship Id="rId21" Type="http://schemas.openxmlformats.org/officeDocument/2006/relationships/image" Target="../media/image7.png"/><Relationship Id="rId34" Type="http://schemas.openxmlformats.org/officeDocument/2006/relationships/image" Target="../media/image26.png"/><Relationship Id="rId7" Type="http://schemas.openxmlformats.org/officeDocument/2006/relationships/slide" Target="slide12.xml"/><Relationship Id="rId12" Type="http://schemas.openxmlformats.org/officeDocument/2006/relationships/image" Target="../media/image1.png"/><Relationship Id="rId17" Type="http://schemas.openxmlformats.org/officeDocument/2006/relationships/slide" Target="slide13.xml"/><Relationship Id="rId25" Type="http://schemas.openxmlformats.org/officeDocument/2006/relationships/slide" Target="slide15.xml"/><Relationship Id="rId33" Type="http://schemas.openxmlformats.org/officeDocument/2006/relationships/image" Target="../media/image25.png"/><Relationship Id="rId2" Type="http://schemas.openxmlformats.org/officeDocument/2006/relationships/image" Target="../media/image18.jpg"/><Relationship Id="rId16" Type="http://schemas.openxmlformats.org/officeDocument/2006/relationships/image" Target="../media/image3.png"/><Relationship Id="rId20" Type="http://schemas.openxmlformats.org/officeDocument/2006/relationships/image" Target="../media/image6.png"/><Relationship Id="rId29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slide" Target="slide9.xml"/><Relationship Id="rId24" Type="http://schemas.openxmlformats.org/officeDocument/2006/relationships/image" Target="../media/image10.png"/><Relationship Id="rId32" Type="http://schemas.openxmlformats.org/officeDocument/2006/relationships/image" Target="../media/image24.png"/><Relationship Id="rId5" Type="http://schemas.openxmlformats.org/officeDocument/2006/relationships/slide" Target="slide8.xml"/><Relationship Id="rId15" Type="http://schemas.openxmlformats.org/officeDocument/2006/relationships/slide" Target="slide14.xml"/><Relationship Id="rId23" Type="http://schemas.openxmlformats.org/officeDocument/2006/relationships/image" Target="../media/image9.png"/><Relationship Id="rId28" Type="http://schemas.openxmlformats.org/officeDocument/2006/relationships/image" Target="../media/image20.png"/><Relationship Id="rId36" Type="http://schemas.openxmlformats.org/officeDocument/2006/relationships/image" Target="../media/image28.png"/><Relationship Id="rId10" Type="http://schemas.openxmlformats.org/officeDocument/2006/relationships/image" Target="../media/image32.png"/><Relationship Id="rId19" Type="http://schemas.openxmlformats.org/officeDocument/2006/relationships/image" Target="../media/image5.png"/><Relationship Id="rId31" Type="http://schemas.openxmlformats.org/officeDocument/2006/relationships/image" Target="../media/image23.png"/><Relationship Id="rId4" Type="http://schemas.openxmlformats.org/officeDocument/2006/relationships/image" Target="../media/image30.png"/><Relationship Id="rId9" Type="http://schemas.openxmlformats.org/officeDocument/2006/relationships/slide" Target="slide11.xml"/><Relationship Id="rId14" Type="http://schemas.openxmlformats.org/officeDocument/2006/relationships/image" Target="../media/image2.png"/><Relationship Id="rId22" Type="http://schemas.openxmlformats.org/officeDocument/2006/relationships/image" Target="../media/image8.png"/><Relationship Id="rId27" Type="http://schemas.openxmlformats.org/officeDocument/2006/relationships/image" Target="../media/image19.png"/><Relationship Id="rId30" Type="http://schemas.openxmlformats.org/officeDocument/2006/relationships/image" Target="../media/image22.png"/><Relationship Id="rId35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image" Target="../media/image34.png"/><Relationship Id="rId26" Type="http://schemas.openxmlformats.org/officeDocument/2006/relationships/image" Target="../media/image23.png"/><Relationship Id="rId3" Type="http://schemas.openxmlformats.org/officeDocument/2006/relationships/slide" Target="slide9.xml"/><Relationship Id="rId21" Type="http://schemas.openxmlformats.org/officeDocument/2006/relationships/image" Target="../media/image14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slide" Target="slide8.xml"/><Relationship Id="rId25" Type="http://schemas.openxmlformats.org/officeDocument/2006/relationships/image" Target="../media/image22.png"/><Relationship Id="rId2" Type="http://schemas.openxmlformats.org/officeDocument/2006/relationships/image" Target="../media/image18.jpg"/><Relationship Id="rId16" Type="http://schemas.openxmlformats.org/officeDocument/2006/relationships/slide" Target="slide11.xml"/><Relationship Id="rId20" Type="http://schemas.openxmlformats.org/officeDocument/2006/relationships/slide" Target="slide15.xml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24" Type="http://schemas.openxmlformats.org/officeDocument/2006/relationships/image" Target="../media/image21.png"/><Relationship Id="rId32" Type="http://schemas.openxmlformats.org/officeDocument/2006/relationships/image" Target="../media/image28.png"/><Relationship Id="rId5" Type="http://schemas.openxmlformats.org/officeDocument/2006/relationships/slide" Target="slide10.xml"/><Relationship Id="rId15" Type="http://schemas.openxmlformats.org/officeDocument/2006/relationships/slide" Target="slide12.xml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6.png"/><Relationship Id="rId19" Type="http://schemas.openxmlformats.org/officeDocument/2006/relationships/image" Target="../media/image35.png"/><Relationship Id="rId31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14" Type="http://schemas.openxmlformats.org/officeDocument/2006/relationships/image" Target="../media/image10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slide" Target="slide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8.png"/><Relationship Id="rId18" Type="http://schemas.openxmlformats.org/officeDocument/2006/relationships/image" Target="../media/image14.png"/><Relationship Id="rId26" Type="http://schemas.openxmlformats.org/officeDocument/2006/relationships/image" Target="../media/image26.png"/><Relationship Id="rId3" Type="http://schemas.openxmlformats.org/officeDocument/2006/relationships/slide" Target="slide9.xml"/><Relationship Id="rId21" Type="http://schemas.openxmlformats.org/officeDocument/2006/relationships/image" Target="../media/image21.png"/><Relationship Id="rId7" Type="http://schemas.openxmlformats.org/officeDocument/2006/relationships/image" Target="../media/image3.png"/><Relationship Id="rId12" Type="http://schemas.openxmlformats.org/officeDocument/2006/relationships/image" Target="../media/image7.png"/><Relationship Id="rId17" Type="http://schemas.openxmlformats.org/officeDocument/2006/relationships/slide" Target="slide15.xml"/><Relationship Id="rId25" Type="http://schemas.openxmlformats.org/officeDocument/2006/relationships/image" Target="../media/image25.png"/><Relationship Id="rId2" Type="http://schemas.openxmlformats.org/officeDocument/2006/relationships/image" Target="../media/image18.jpg"/><Relationship Id="rId16" Type="http://schemas.openxmlformats.org/officeDocument/2006/relationships/slide" Target="slide8.xml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24" Type="http://schemas.openxmlformats.org/officeDocument/2006/relationships/image" Target="../media/image24.png"/><Relationship Id="rId5" Type="http://schemas.openxmlformats.org/officeDocument/2006/relationships/slide" Target="slide10.xml"/><Relationship Id="rId15" Type="http://schemas.openxmlformats.org/officeDocument/2006/relationships/image" Target="../media/image10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5.png"/><Relationship Id="rId19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14" Type="http://schemas.openxmlformats.org/officeDocument/2006/relationships/image" Target="../media/image9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13.png"/><Relationship Id="rId18" Type="http://schemas.openxmlformats.org/officeDocument/2006/relationships/image" Target="../media/image19.png"/><Relationship Id="rId26" Type="http://schemas.openxmlformats.org/officeDocument/2006/relationships/slide" Target="slide13.xml"/><Relationship Id="rId3" Type="http://schemas.openxmlformats.org/officeDocument/2006/relationships/image" Target="../media/image30.png"/><Relationship Id="rId21" Type="http://schemas.openxmlformats.org/officeDocument/2006/relationships/image" Target="../media/image22.pn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17" Type="http://schemas.openxmlformats.org/officeDocument/2006/relationships/slide" Target="slide15.xml"/><Relationship Id="rId25" Type="http://schemas.openxmlformats.org/officeDocument/2006/relationships/image" Target="../media/image26.png"/><Relationship Id="rId2" Type="http://schemas.openxmlformats.org/officeDocument/2006/relationships/image" Target="../media/image29.png"/><Relationship Id="rId16" Type="http://schemas.openxmlformats.org/officeDocument/2006/relationships/image" Target="../media/image16.png"/><Relationship Id="rId20" Type="http://schemas.openxmlformats.org/officeDocument/2006/relationships/image" Target="../media/image21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11" Type="http://schemas.openxmlformats.org/officeDocument/2006/relationships/image" Target="../media/image34.png"/><Relationship Id="rId24" Type="http://schemas.openxmlformats.org/officeDocument/2006/relationships/image" Target="../media/image25.png"/><Relationship Id="rId5" Type="http://schemas.openxmlformats.org/officeDocument/2006/relationships/image" Target="../media/image31.png"/><Relationship Id="rId15" Type="http://schemas.openxmlformats.org/officeDocument/2006/relationships/image" Target="../media/image15.png"/><Relationship Id="rId23" Type="http://schemas.openxmlformats.org/officeDocument/2006/relationships/image" Target="../media/image24.png"/><Relationship Id="rId28" Type="http://schemas.openxmlformats.org/officeDocument/2006/relationships/slide" Target="slide10.xml"/><Relationship Id="rId10" Type="http://schemas.openxmlformats.org/officeDocument/2006/relationships/image" Target="../media/image18.jpg"/><Relationship Id="rId19" Type="http://schemas.openxmlformats.org/officeDocument/2006/relationships/image" Target="../media/image20.png"/><Relationship Id="rId4" Type="http://schemas.openxmlformats.org/officeDocument/2006/relationships/slide" Target="slide12.xml"/><Relationship Id="rId9" Type="http://schemas.openxmlformats.org/officeDocument/2006/relationships/image" Target="../media/image33.png"/><Relationship Id="rId14" Type="http://schemas.openxmlformats.org/officeDocument/2006/relationships/image" Target="../media/image14.png"/><Relationship Id="rId22" Type="http://schemas.openxmlformats.org/officeDocument/2006/relationships/image" Target="../media/image23.png"/><Relationship Id="rId2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478633" y="7172849"/>
            <a:ext cx="3532786" cy="373084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2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4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6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D6A616-1BF1-F23C-E9C9-1054FC28FD67}"/>
              </a:ext>
            </a:extLst>
          </p:cNvPr>
          <p:cNvGrpSpPr/>
          <p:nvPr/>
        </p:nvGrpSpPr>
        <p:grpSpPr>
          <a:xfrm>
            <a:off x="4478632" y="7623446"/>
            <a:ext cx="3532786" cy="4144123"/>
            <a:chOff x="4478632" y="1855694"/>
            <a:chExt cx="3532786" cy="4144123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41C5B02F-A810-4B55-AC7D-705EE86A5DAD}"/>
                </a:ext>
              </a:extLst>
            </p:cNvPr>
            <p:cNvSpPr/>
            <p:nvPr/>
          </p:nvSpPr>
          <p:spPr>
            <a:xfrm>
              <a:off x="4478632" y="1855694"/>
              <a:ext cx="3532786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72FEBD-AE89-CEEA-FB46-93AD0F8ADAEE}"/>
                </a:ext>
              </a:extLst>
            </p:cNvPr>
            <p:cNvSpPr txBox="1"/>
            <p:nvPr/>
          </p:nvSpPr>
          <p:spPr>
            <a:xfrm>
              <a:off x="4612195" y="202657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pic>
          <p:nvPicPr>
            <p:cNvPr id="26" name="Рисунок 25" descr="Изображение выглядит как желтый, круг, творческий подход&#10;&#10;Автоматически созданное описание">
              <a:extLst>
                <a:ext uri="{FF2B5EF4-FFF2-40B4-BE49-F238E27FC236}">
                  <a16:creationId xmlns:a16="http://schemas.microsoft.com/office/drawing/2014/main" id="{6115E0A5-6730-2A1A-2240-B71BAFED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5289" y="5607887"/>
              <a:ext cx="301091" cy="3010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1B782E-0CC0-96A7-885A-F544BC51FD47}"/>
                </a:ext>
              </a:extLst>
            </p:cNvPr>
            <p:cNvSpPr txBox="1"/>
            <p:nvPr/>
          </p:nvSpPr>
          <p:spPr>
            <a:xfrm>
              <a:off x="4971034" y="560120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30°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A2D7A-D26A-325A-8A5C-E3E87C00F5DF}"/>
                </a:ext>
              </a:extLst>
            </p:cNvPr>
            <p:cNvSpPr txBox="1"/>
            <p:nvPr/>
          </p:nvSpPr>
          <p:spPr>
            <a:xfrm>
              <a:off x="4605289" y="2288084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A41CAC8-0231-3F50-6998-3CD5F83CEB71}"/>
                </a:ext>
              </a:extLst>
            </p:cNvPr>
            <p:cNvSpPr/>
            <p:nvPr/>
          </p:nvSpPr>
          <p:spPr>
            <a:xfrm>
              <a:off x="4786999" y="2795575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B8E82D-42B4-096E-7023-11F3DDF717BF}"/>
                </a:ext>
              </a:extLst>
            </p:cNvPr>
            <p:cNvSpPr txBox="1"/>
            <p:nvPr/>
          </p:nvSpPr>
          <p:spPr>
            <a:xfrm>
              <a:off x="4874285" y="2887593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9D44DB-5F02-9149-72E2-494C98499F1E}"/>
                </a:ext>
              </a:extLst>
            </p:cNvPr>
            <p:cNvSpPr txBox="1"/>
            <p:nvPr/>
          </p:nvSpPr>
          <p:spPr>
            <a:xfrm>
              <a:off x="4874285" y="3095496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61262C9-6DCC-C811-DC6C-D2525397E0E1}"/>
                </a:ext>
              </a:extLst>
            </p:cNvPr>
            <p:cNvSpPr/>
            <p:nvPr/>
          </p:nvSpPr>
          <p:spPr>
            <a:xfrm>
              <a:off x="4786999" y="3974210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30ABB4-0C3E-7F96-B439-D963B67B2E25}"/>
                </a:ext>
              </a:extLst>
            </p:cNvPr>
            <p:cNvSpPr txBox="1"/>
            <p:nvPr/>
          </p:nvSpPr>
          <p:spPr>
            <a:xfrm>
              <a:off x="4870016" y="4038605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210435-24F0-33AA-BA76-C632FA2326EE}"/>
                </a:ext>
              </a:extLst>
            </p:cNvPr>
            <p:cNvSpPr txBox="1"/>
            <p:nvPr/>
          </p:nvSpPr>
          <p:spPr>
            <a:xfrm>
              <a:off x="4870016" y="4246508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pic>
        <p:nvPicPr>
          <p:cNvPr id="71" name="Рисунок 70" descr="Изображение выглядит как мультфильм, игрушка, Мультфильм, шляпа&#10;&#10;Автоматически созданное описание">
            <a:extLst>
              <a:ext uri="{FF2B5EF4-FFF2-40B4-BE49-F238E27FC236}">
                <a16:creationId xmlns:a16="http://schemas.microsoft.com/office/drawing/2014/main" id="{1924460B-C44E-67E5-1BBA-030CF7C7F53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788" y="-677271"/>
            <a:ext cx="5009594" cy="5009594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5799F7-E97A-94E5-FA74-76E19944AB2E}"/>
              </a:ext>
            </a:extLst>
          </p:cNvPr>
          <p:cNvSpPr/>
          <p:nvPr/>
        </p:nvSpPr>
        <p:spPr>
          <a:xfrm>
            <a:off x="0" y="-1954"/>
            <a:ext cx="12192000" cy="68683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319E0CB-56A1-EC72-ADBF-156073D0E1A1}"/>
              </a:ext>
            </a:extLst>
          </p:cNvPr>
          <p:cNvGrpSpPr/>
          <p:nvPr/>
        </p:nvGrpSpPr>
        <p:grpSpPr>
          <a:xfrm>
            <a:off x="5299002" y="2725951"/>
            <a:ext cx="1593995" cy="721530"/>
            <a:chOff x="3434080" y="2010976"/>
            <a:chExt cx="3153725" cy="1427549"/>
          </a:xfrm>
        </p:grpSpPr>
        <p:sp>
          <p:nvSpPr>
            <p:cNvPr id="5" name="Равнобедренный треугольник 4">
              <a:extLst>
                <a:ext uri="{FF2B5EF4-FFF2-40B4-BE49-F238E27FC236}">
                  <a16:creationId xmlns:a16="http://schemas.microsoft.com/office/drawing/2014/main" id="{4012CC43-5397-C219-2514-A3EBFDBAF610}"/>
                </a:ext>
              </a:extLst>
            </p:cNvPr>
            <p:cNvSpPr/>
            <p:nvPr/>
          </p:nvSpPr>
          <p:spPr>
            <a:xfrm>
              <a:off x="3434080" y="2011045"/>
              <a:ext cx="1655877" cy="1427480"/>
            </a:xfrm>
            <a:prstGeom prst="triangle">
              <a:avLst/>
            </a:prstGeom>
            <a:solidFill>
              <a:srgbClr val="FE6B5C"/>
            </a:solidFill>
            <a:ln>
              <a:solidFill>
                <a:srgbClr val="FE6B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Равнобедренный треугольник 5">
              <a:extLst>
                <a:ext uri="{FF2B5EF4-FFF2-40B4-BE49-F238E27FC236}">
                  <a16:creationId xmlns:a16="http://schemas.microsoft.com/office/drawing/2014/main" id="{0268E296-166E-B5DB-4CD5-B0071716CD2D}"/>
                </a:ext>
              </a:extLst>
            </p:cNvPr>
            <p:cNvSpPr/>
            <p:nvPr/>
          </p:nvSpPr>
          <p:spPr>
            <a:xfrm>
              <a:off x="4143095" y="2010976"/>
              <a:ext cx="1655877" cy="1427480"/>
            </a:xfrm>
            <a:prstGeom prst="triangle">
              <a:avLst/>
            </a:prstGeom>
            <a:solidFill>
              <a:srgbClr val="FB462D"/>
            </a:solidFill>
            <a:ln>
              <a:solidFill>
                <a:srgbClr val="FB46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Равнобедренный треугольник 6">
              <a:extLst>
                <a:ext uri="{FF2B5EF4-FFF2-40B4-BE49-F238E27FC236}">
                  <a16:creationId xmlns:a16="http://schemas.microsoft.com/office/drawing/2014/main" id="{A425CEF4-3F1B-E1B4-1FA7-BC454BB33996}"/>
                </a:ext>
              </a:extLst>
            </p:cNvPr>
            <p:cNvSpPr/>
            <p:nvPr/>
          </p:nvSpPr>
          <p:spPr>
            <a:xfrm>
              <a:off x="4931928" y="2010976"/>
              <a:ext cx="1655877" cy="1427480"/>
            </a:xfrm>
            <a:prstGeom prst="triangle">
              <a:avLst/>
            </a:prstGeom>
            <a:solidFill>
              <a:srgbClr val="FF0101"/>
            </a:solidFill>
            <a:ln>
              <a:solidFill>
                <a:srgbClr val="FF010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993046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5000"/>
    </mc:Choice>
    <mc:Fallback>
      <p:transition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478633" y="7172849"/>
            <a:ext cx="3532786" cy="373084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2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4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6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D6A616-1BF1-F23C-E9C9-1054FC28FD67}"/>
              </a:ext>
            </a:extLst>
          </p:cNvPr>
          <p:cNvGrpSpPr/>
          <p:nvPr/>
        </p:nvGrpSpPr>
        <p:grpSpPr>
          <a:xfrm>
            <a:off x="4478632" y="7623446"/>
            <a:ext cx="3532786" cy="4144123"/>
            <a:chOff x="4478632" y="1855694"/>
            <a:chExt cx="3532786" cy="4144123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41C5B02F-A810-4B55-AC7D-705EE86A5DAD}"/>
                </a:ext>
              </a:extLst>
            </p:cNvPr>
            <p:cNvSpPr/>
            <p:nvPr/>
          </p:nvSpPr>
          <p:spPr>
            <a:xfrm>
              <a:off x="4478632" y="1855694"/>
              <a:ext cx="3532786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72FEBD-AE89-CEEA-FB46-93AD0F8ADAEE}"/>
                </a:ext>
              </a:extLst>
            </p:cNvPr>
            <p:cNvSpPr txBox="1"/>
            <p:nvPr/>
          </p:nvSpPr>
          <p:spPr>
            <a:xfrm>
              <a:off x="4612195" y="202657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pic>
          <p:nvPicPr>
            <p:cNvPr id="26" name="Рисунок 25" descr="Изображение выглядит как желтый, круг, творческий подход&#10;&#10;Автоматически созданное описание">
              <a:extLst>
                <a:ext uri="{FF2B5EF4-FFF2-40B4-BE49-F238E27FC236}">
                  <a16:creationId xmlns:a16="http://schemas.microsoft.com/office/drawing/2014/main" id="{6115E0A5-6730-2A1A-2240-B71BAFED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5289" y="5607887"/>
              <a:ext cx="301091" cy="3010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1B782E-0CC0-96A7-885A-F544BC51FD47}"/>
                </a:ext>
              </a:extLst>
            </p:cNvPr>
            <p:cNvSpPr txBox="1"/>
            <p:nvPr/>
          </p:nvSpPr>
          <p:spPr>
            <a:xfrm>
              <a:off x="4971034" y="560120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30°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A2D7A-D26A-325A-8A5C-E3E87C00F5DF}"/>
                </a:ext>
              </a:extLst>
            </p:cNvPr>
            <p:cNvSpPr txBox="1"/>
            <p:nvPr/>
          </p:nvSpPr>
          <p:spPr>
            <a:xfrm>
              <a:off x="4605289" y="2288084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A41CAC8-0231-3F50-6998-3CD5F83CEB71}"/>
                </a:ext>
              </a:extLst>
            </p:cNvPr>
            <p:cNvSpPr/>
            <p:nvPr/>
          </p:nvSpPr>
          <p:spPr>
            <a:xfrm>
              <a:off x="4786999" y="2795575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B8E82D-42B4-096E-7023-11F3DDF717BF}"/>
                </a:ext>
              </a:extLst>
            </p:cNvPr>
            <p:cNvSpPr txBox="1"/>
            <p:nvPr/>
          </p:nvSpPr>
          <p:spPr>
            <a:xfrm>
              <a:off x="4874285" y="2887593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9D44DB-5F02-9149-72E2-494C98499F1E}"/>
                </a:ext>
              </a:extLst>
            </p:cNvPr>
            <p:cNvSpPr txBox="1"/>
            <p:nvPr/>
          </p:nvSpPr>
          <p:spPr>
            <a:xfrm>
              <a:off x="4874285" y="3095496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61262C9-6DCC-C811-DC6C-D2525397E0E1}"/>
                </a:ext>
              </a:extLst>
            </p:cNvPr>
            <p:cNvSpPr/>
            <p:nvPr/>
          </p:nvSpPr>
          <p:spPr>
            <a:xfrm>
              <a:off x="4786999" y="3974210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30ABB4-0C3E-7F96-B439-D963B67B2E25}"/>
                </a:ext>
              </a:extLst>
            </p:cNvPr>
            <p:cNvSpPr txBox="1"/>
            <p:nvPr/>
          </p:nvSpPr>
          <p:spPr>
            <a:xfrm>
              <a:off x="4870016" y="4038605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210435-24F0-33AA-BA76-C632FA2326EE}"/>
                </a:ext>
              </a:extLst>
            </p:cNvPr>
            <p:cNvSpPr txBox="1"/>
            <p:nvPr/>
          </p:nvSpPr>
          <p:spPr>
            <a:xfrm>
              <a:off x="4870016" y="4246508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pic>
        <p:nvPicPr>
          <p:cNvPr id="71" name="Рисунок 70" descr="Изображение выглядит как мультфильм, игрушка, Мультфильм, шляпа&#10;&#10;Автоматически созданное описание">
            <a:extLst>
              <a:ext uri="{FF2B5EF4-FFF2-40B4-BE49-F238E27FC236}">
                <a16:creationId xmlns:a16="http://schemas.microsoft.com/office/drawing/2014/main" id="{1924460B-C44E-67E5-1BBA-030CF7C7F53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788" y="-677271"/>
            <a:ext cx="5009594" cy="500959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3E985E-DD72-8FCC-039C-EB57A81E3147}"/>
              </a:ext>
            </a:extLst>
          </p:cNvPr>
          <p:cNvSpPr/>
          <p:nvPr/>
        </p:nvSpPr>
        <p:spPr>
          <a:xfrm>
            <a:off x="0" y="-1954"/>
            <a:ext cx="12192000" cy="68683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3345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2000">
        <p159:morph option="byObject"/>
      </p:transition>
    </mc:Choice>
    <mc:Fallback>
      <p:transition advClick="0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0F794CF-A3D5-4A5B-559F-25FD861B221E}"/>
              </a:ext>
            </a:extLst>
          </p:cNvPr>
          <p:cNvSpPr/>
          <p:nvPr/>
        </p:nvSpPr>
        <p:spPr>
          <a:xfrm>
            <a:off x="0" y="-1954"/>
            <a:ext cx="12192000" cy="68683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478633" y="7172849"/>
            <a:ext cx="3532786" cy="373084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2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4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6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D6A616-1BF1-F23C-E9C9-1054FC28FD67}"/>
              </a:ext>
            </a:extLst>
          </p:cNvPr>
          <p:cNvGrpSpPr/>
          <p:nvPr/>
        </p:nvGrpSpPr>
        <p:grpSpPr>
          <a:xfrm>
            <a:off x="4478632" y="7623446"/>
            <a:ext cx="3532786" cy="4144123"/>
            <a:chOff x="4478632" y="1855694"/>
            <a:chExt cx="3532786" cy="4144123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41C5B02F-A810-4B55-AC7D-705EE86A5DAD}"/>
                </a:ext>
              </a:extLst>
            </p:cNvPr>
            <p:cNvSpPr/>
            <p:nvPr/>
          </p:nvSpPr>
          <p:spPr>
            <a:xfrm>
              <a:off x="4478632" y="1855694"/>
              <a:ext cx="3532786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72FEBD-AE89-CEEA-FB46-93AD0F8ADAEE}"/>
                </a:ext>
              </a:extLst>
            </p:cNvPr>
            <p:cNvSpPr txBox="1"/>
            <p:nvPr/>
          </p:nvSpPr>
          <p:spPr>
            <a:xfrm>
              <a:off x="4612195" y="202657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pic>
          <p:nvPicPr>
            <p:cNvPr id="26" name="Рисунок 25" descr="Изображение выглядит как желтый, круг, творческий подход&#10;&#10;Автоматически созданное описание">
              <a:extLst>
                <a:ext uri="{FF2B5EF4-FFF2-40B4-BE49-F238E27FC236}">
                  <a16:creationId xmlns:a16="http://schemas.microsoft.com/office/drawing/2014/main" id="{6115E0A5-6730-2A1A-2240-B71BAFED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5289" y="5607887"/>
              <a:ext cx="301091" cy="3010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1B782E-0CC0-96A7-885A-F544BC51FD47}"/>
                </a:ext>
              </a:extLst>
            </p:cNvPr>
            <p:cNvSpPr txBox="1"/>
            <p:nvPr/>
          </p:nvSpPr>
          <p:spPr>
            <a:xfrm>
              <a:off x="4971034" y="560120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30°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A2D7A-D26A-325A-8A5C-E3E87C00F5DF}"/>
                </a:ext>
              </a:extLst>
            </p:cNvPr>
            <p:cNvSpPr txBox="1"/>
            <p:nvPr/>
          </p:nvSpPr>
          <p:spPr>
            <a:xfrm>
              <a:off x="4605289" y="2288084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A41CAC8-0231-3F50-6998-3CD5F83CEB71}"/>
                </a:ext>
              </a:extLst>
            </p:cNvPr>
            <p:cNvSpPr/>
            <p:nvPr/>
          </p:nvSpPr>
          <p:spPr>
            <a:xfrm>
              <a:off x="4786999" y="2795575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B8E82D-42B4-096E-7023-11F3DDF717BF}"/>
                </a:ext>
              </a:extLst>
            </p:cNvPr>
            <p:cNvSpPr txBox="1"/>
            <p:nvPr/>
          </p:nvSpPr>
          <p:spPr>
            <a:xfrm>
              <a:off x="4874285" y="2887593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9D44DB-5F02-9149-72E2-494C98499F1E}"/>
                </a:ext>
              </a:extLst>
            </p:cNvPr>
            <p:cNvSpPr txBox="1"/>
            <p:nvPr/>
          </p:nvSpPr>
          <p:spPr>
            <a:xfrm>
              <a:off x="4874285" y="3095496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61262C9-6DCC-C811-DC6C-D2525397E0E1}"/>
                </a:ext>
              </a:extLst>
            </p:cNvPr>
            <p:cNvSpPr/>
            <p:nvPr/>
          </p:nvSpPr>
          <p:spPr>
            <a:xfrm>
              <a:off x="4786999" y="3974210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30ABB4-0C3E-7F96-B439-D963B67B2E25}"/>
                </a:ext>
              </a:extLst>
            </p:cNvPr>
            <p:cNvSpPr txBox="1"/>
            <p:nvPr/>
          </p:nvSpPr>
          <p:spPr>
            <a:xfrm>
              <a:off x="4870016" y="4038605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210435-24F0-33AA-BA76-C632FA2326EE}"/>
                </a:ext>
              </a:extLst>
            </p:cNvPr>
            <p:cNvSpPr txBox="1"/>
            <p:nvPr/>
          </p:nvSpPr>
          <p:spPr>
            <a:xfrm>
              <a:off x="4870016" y="4246508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pic>
        <p:nvPicPr>
          <p:cNvPr id="71" name="Рисунок 70" descr="Изображение выглядит как мультфильм, игрушка, Мультфильм, шляпа&#10;&#10;Автоматически созданное описание">
            <a:extLst>
              <a:ext uri="{FF2B5EF4-FFF2-40B4-BE49-F238E27FC236}">
                <a16:creationId xmlns:a16="http://schemas.microsoft.com/office/drawing/2014/main" id="{1924460B-C44E-67E5-1BBA-030CF7C7F53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788" y="-677271"/>
            <a:ext cx="5009594" cy="5009594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4561838-3651-0914-A40B-50661855A774}"/>
              </a:ext>
            </a:extLst>
          </p:cNvPr>
          <p:cNvGrpSpPr/>
          <p:nvPr/>
        </p:nvGrpSpPr>
        <p:grpSpPr>
          <a:xfrm>
            <a:off x="5293156" y="2725951"/>
            <a:ext cx="1593995" cy="721530"/>
            <a:chOff x="3434080" y="2010976"/>
            <a:chExt cx="3153725" cy="1427549"/>
          </a:xfrm>
        </p:grpSpPr>
        <p:sp>
          <p:nvSpPr>
            <p:cNvPr id="3" name="Равнобедренный треугольник 2">
              <a:extLst>
                <a:ext uri="{FF2B5EF4-FFF2-40B4-BE49-F238E27FC236}">
                  <a16:creationId xmlns:a16="http://schemas.microsoft.com/office/drawing/2014/main" id="{EF488C17-D4C0-9460-59CE-AB59B87447ED}"/>
                </a:ext>
              </a:extLst>
            </p:cNvPr>
            <p:cNvSpPr/>
            <p:nvPr/>
          </p:nvSpPr>
          <p:spPr>
            <a:xfrm>
              <a:off x="3434080" y="2011045"/>
              <a:ext cx="1655877" cy="1427480"/>
            </a:xfrm>
            <a:prstGeom prst="triangle">
              <a:avLst/>
            </a:prstGeom>
            <a:solidFill>
              <a:srgbClr val="5FC2FB"/>
            </a:solidFill>
            <a:ln>
              <a:solidFill>
                <a:srgbClr val="5FC2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Равнобедренный треугольник 3">
              <a:extLst>
                <a:ext uri="{FF2B5EF4-FFF2-40B4-BE49-F238E27FC236}">
                  <a16:creationId xmlns:a16="http://schemas.microsoft.com/office/drawing/2014/main" id="{6E52241E-408A-F6F9-BEE6-FD1C658C6253}"/>
                </a:ext>
              </a:extLst>
            </p:cNvPr>
            <p:cNvSpPr/>
            <p:nvPr/>
          </p:nvSpPr>
          <p:spPr>
            <a:xfrm>
              <a:off x="4143095" y="2010976"/>
              <a:ext cx="1655877" cy="1427480"/>
            </a:xfrm>
            <a:prstGeom prst="triangle">
              <a:avLst/>
            </a:prstGeom>
            <a:solidFill>
              <a:srgbClr val="2BB3FD"/>
            </a:solidFill>
            <a:ln>
              <a:solidFill>
                <a:srgbClr val="2AB4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Равнобедренный треугольник 4">
              <a:extLst>
                <a:ext uri="{FF2B5EF4-FFF2-40B4-BE49-F238E27FC236}">
                  <a16:creationId xmlns:a16="http://schemas.microsoft.com/office/drawing/2014/main" id="{E5EE897E-99B5-AB95-BDAA-27D4BA292ACE}"/>
                </a:ext>
              </a:extLst>
            </p:cNvPr>
            <p:cNvSpPr/>
            <p:nvPr/>
          </p:nvSpPr>
          <p:spPr>
            <a:xfrm>
              <a:off x="4931928" y="2010976"/>
              <a:ext cx="1655877" cy="1427480"/>
            </a:xfrm>
            <a:prstGeom prst="triangle">
              <a:avLst/>
            </a:prstGeom>
            <a:solidFill>
              <a:srgbClr val="02A3FD"/>
            </a:solidFill>
            <a:ln>
              <a:solidFill>
                <a:srgbClr val="01A2F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789051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8000">
        <p159:morph option="byObject"/>
      </p:transition>
    </mc:Choice>
    <mc:Fallback>
      <p:transition advClick="0" advTm="8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478633" y="7172849"/>
            <a:ext cx="3532786" cy="373084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2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4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6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D6A616-1BF1-F23C-E9C9-1054FC28FD67}"/>
              </a:ext>
            </a:extLst>
          </p:cNvPr>
          <p:cNvGrpSpPr/>
          <p:nvPr/>
        </p:nvGrpSpPr>
        <p:grpSpPr>
          <a:xfrm>
            <a:off x="4478632" y="7623446"/>
            <a:ext cx="3532786" cy="4144123"/>
            <a:chOff x="4478632" y="1855694"/>
            <a:chExt cx="3532786" cy="4144123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41C5B02F-A810-4B55-AC7D-705EE86A5DAD}"/>
                </a:ext>
              </a:extLst>
            </p:cNvPr>
            <p:cNvSpPr/>
            <p:nvPr/>
          </p:nvSpPr>
          <p:spPr>
            <a:xfrm>
              <a:off x="4478632" y="1855694"/>
              <a:ext cx="3532786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72FEBD-AE89-CEEA-FB46-93AD0F8ADAEE}"/>
                </a:ext>
              </a:extLst>
            </p:cNvPr>
            <p:cNvSpPr txBox="1"/>
            <p:nvPr/>
          </p:nvSpPr>
          <p:spPr>
            <a:xfrm>
              <a:off x="4612195" y="202657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pic>
          <p:nvPicPr>
            <p:cNvPr id="26" name="Рисунок 25" descr="Изображение выглядит как желтый, круг, творческий подход&#10;&#10;Автоматически созданное описание">
              <a:extLst>
                <a:ext uri="{FF2B5EF4-FFF2-40B4-BE49-F238E27FC236}">
                  <a16:creationId xmlns:a16="http://schemas.microsoft.com/office/drawing/2014/main" id="{6115E0A5-6730-2A1A-2240-B71BAFED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5289" y="5607887"/>
              <a:ext cx="301091" cy="3010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1B782E-0CC0-96A7-885A-F544BC51FD47}"/>
                </a:ext>
              </a:extLst>
            </p:cNvPr>
            <p:cNvSpPr txBox="1"/>
            <p:nvPr/>
          </p:nvSpPr>
          <p:spPr>
            <a:xfrm>
              <a:off x="4971034" y="560120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30°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A2D7A-D26A-325A-8A5C-E3E87C00F5DF}"/>
                </a:ext>
              </a:extLst>
            </p:cNvPr>
            <p:cNvSpPr txBox="1"/>
            <p:nvPr/>
          </p:nvSpPr>
          <p:spPr>
            <a:xfrm>
              <a:off x="4605289" y="2288084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A41CAC8-0231-3F50-6998-3CD5F83CEB71}"/>
                </a:ext>
              </a:extLst>
            </p:cNvPr>
            <p:cNvSpPr/>
            <p:nvPr/>
          </p:nvSpPr>
          <p:spPr>
            <a:xfrm>
              <a:off x="4786999" y="2795575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B8E82D-42B4-096E-7023-11F3DDF717BF}"/>
                </a:ext>
              </a:extLst>
            </p:cNvPr>
            <p:cNvSpPr txBox="1"/>
            <p:nvPr/>
          </p:nvSpPr>
          <p:spPr>
            <a:xfrm>
              <a:off x="4874285" y="2887593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9D44DB-5F02-9149-72E2-494C98499F1E}"/>
                </a:ext>
              </a:extLst>
            </p:cNvPr>
            <p:cNvSpPr txBox="1"/>
            <p:nvPr/>
          </p:nvSpPr>
          <p:spPr>
            <a:xfrm>
              <a:off x="4874285" y="3095496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61262C9-6DCC-C811-DC6C-D2525397E0E1}"/>
                </a:ext>
              </a:extLst>
            </p:cNvPr>
            <p:cNvSpPr/>
            <p:nvPr/>
          </p:nvSpPr>
          <p:spPr>
            <a:xfrm>
              <a:off x="4786999" y="3974210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30ABB4-0C3E-7F96-B439-D963B67B2E25}"/>
                </a:ext>
              </a:extLst>
            </p:cNvPr>
            <p:cNvSpPr txBox="1"/>
            <p:nvPr/>
          </p:nvSpPr>
          <p:spPr>
            <a:xfrm>
              <a:off x="4870016" y="4038605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210435-24F0-33AA-BA76-C632FA2326EE}"/>
                </a:ext>
              </a:extLst>
            </p:cNvPr>
            <p:cNvSpPr txBox="1"/>
            <p:nvPr/>
          </p:nvSpPr>
          <p:spPr>
            <a:xfrm>
              <a:off x="4870016" y="4246508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pic>
        <p:nvPicPr>
          <p:cNvPr id="71" name="Рисунок 70" descr="Изображение выглядит как мультфильм, игрушка, Мультфильм, шляпа&#10;&#10;Автоматически созданное описание">
            <a:extLst>
              <a:ext uri="{FF2B5EF4-FFF2-40B4-BE49-F238E27FC236}">
                <a16:creationId xmlns:a16="http://schemas.microsoft.com/office/drawing/2014/main" id="{1924460B-C44E-67E5-1BBA-030CF7C7F53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788" y="-677271"/>
            <a:ext cx="5009594" cy="500959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F2F6CD-2F6A-02DA-4000-ABBDA90AEFFB}"/>
              </a:ext>
            </a:extLst>
          </p:cNvPr>
          <p:cNvSpPr/>
          <p:nvPr/>
        </p:nvSpPr>
        <p:spPr>
          <a:xfrm>
            <a:off x="0" y="-1954"/>
            <a:ext cx="12192000" cy="68683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435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2000">
        <p159:morph option="byObject"/>
      </p:transition>
    </mc:Choice>
    <mc:Fallback>
      <p:transition advClick="0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478633" y="7172849"/>
            <a:ext cx="3532786" cy="373084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2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4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6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D6A616-1BF1-F23C-E9C9-1054FC28FD67}"/>
              </a:ext>
            </a:extLst>
          </p:cNvPr>
          <p:cNvGrpSpPr/>
          <p:nvPr/>
        </p:nvGrpSpPr>
        <p:grpSpPr>
          <a:xfrm>
            <a:off x="4478632" y="7623446"/>
            <a:ext cx="3532786" cy="4144123"/>
            <a:chOff x="4478632" y="1855694"/>
            <a:chExt cx="3532786" cy="4144123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41C5B02F-A810-4B55-AC7D-705EE86A5DAD}"/>
                </a:ext>
              </a:extLst>
            </p:cNvPr>
            <p:cNvSpPr/>
            <p:nvPr/>
          </p:nvSpPr>
          <p:spPr>
            <a:xfrm>
              <a:off x="4478632" y="1855694"/>
              <a:ext cx="3532786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72FEBD-AE89-CEEA-FB46-93AD0F8ADAEE}"/>
                </a:ext>
              </a:extLst>
            </p:cNvPr>
            <p:cNvSpPr txBox="1"/>
            <p:nvPr/>
          </p:nvSpPr>
          <p:spPr>
            <a:xfrm>
              <a:off x="4612195" y="202657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pic>
          <p:nvPicPr>
            <p:cNvPr id="26" name="Рисунок 25" descr="Изображение выглядит как желтый, круг, творческий подход&#10;&#10;Автоматически созданное описание">
              <a:extLst>
                <a:ext uri="{FF2B5EF4-FFF2-40B4-BE49-F238E27FC236}">
                  <a16:creationId xmlns:a16="http://schemas.microsoft.com/office/drawing/2014/main" id="{6115E0A5-6730-2A1A-2240-B71BAFED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5289" y="5607887"/>
              <a:ext cx="301091" cy="3010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1B782E-0CC0-96A7-885A-F544BC51FD47}"/>
                </a:ext>
              </a:extLst>
            </p:cNvPr>
            <p:cNvSpPr txBox="1"/>
            <p:nvPr/>
          </p:nvSpPr>
          <p:spPr>
            <a:xfrm>
              <a:off x="4971034" y="560120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30°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A2D7A-D26A-325A-8A5C-E3E87C00F5DF}"/>
                </a:ext>
              </a:extLst>
            </p:cNvPr>
            <p:cNvSpPr txBox="1"/>
            <p:nvPr/>
          </p:nvSpPr>
          <p:spPr>
            <a:xfrm>
              <a:off x="4605289" y="2288084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A41CAC8-0231-3F50-6998-3CD5F83CEB71}"/>
                </a:ext>
              </a:extLst>
            </p:cNvPr>
            <p:cNvSpPr/>
            <p:nvPr/>
          </p:nvSpPr>
          <p:spPr>
            <a:xfrm>
              <a:off x="4786999" y="2795575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B8E82D-42B4-096E-7023-11F3DDF717BF}"/>
                </a:ext>
              </a:extLst>
            </p:cNvPr>
            <p:cNvSpPr txBox="1"/>
            <p:nvPr/>
          </p:nvSpPr>
          <p:spPr>
            <a:xfrm>
              <a:off x="4874285" y="2887593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9D44DB-5F02-9149-72E2-494C98499F1E}"/>
                </a:ext>
              </a:extLst>
            </p:cNvPr>
            <p:cNvSpPr txBox="1"/>
            <p:nvPr/>
          </p:nvSpPr>
          <p:spPr>
            <a:xfrm>
              <a:off x="4874285" y="3095496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61262C9-6DCC-C811-DC6C-D2525397E0E1}"/>
                </a:ext>
              </a:extLst>
            </p:cNvPr>
            <p:cNvSpPr/>
            <p:nvPr/>
          </p:nvSpPr>
          <p:spPr>
            <a:xfrm>
              <a:off x="4786999" y="3974210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30ABB4-0C3E-7F96-B439-D963B67B2E25}"/>
                </a:ext>
              </a:extLst>
            </p:cNvPr>
            <p:cNvSpPr txBox="1"/>
            <p:nvPr/>
          </p:nvSpPr>
          <p:spPr>
            <a:xfrm>
              <a:off x="4870016" y="4038605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210435-24F0-33AA-BA76-C632FA2326EE}"/>
                </a:ext>
              </a:extLst>
            </p:cNvPr>
            <p:cNvSpPr txBox="1"/>
            <p:nvPr/>
          </p:nvSpPr>
          <p:spPr>
            <a:xfrm>
              <a:off x="4870016" y="4246508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5C0148-61D2-1173-8288-D9C3308C9F2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8391" y="0"/>
            <a:ext cx="12220391" cy="6872457"/>
          </a:xfrm>
          <a:prstGeom prst="rect">
            <a:avLst/>
          </a:prstGeom>
        </p:spPr>
      </p:pic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C1C77778-384A-A56C-20AD-DF59026E6268}"/>
              </a:ext>
            </a:extLst>
          </p:cNvPr>
          <p:cNvGrpSpPr/>
          <p:nvPr/>
        </p:nvGrpSpPr>
        <p:grpSpPr>
          <a:xfrm>
            <a:off x="5595436" y="6270275"/>
            <a:ext cx="1238220" cy="410392"/>
            <a:chOff x="5625916" y="6270275"/>
            <a:chExt cx="1238220" cy="410392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DB8EA5D-F774-FB31-9A1D-51E394551881}"/>
                </a:ext>
              </a:extLst>
            </p:cNvPr>
            <p:cNvSpPr/>
            <p:nvPr/>
          </p:nvSpPr>
          <p:spPr>
            <a:xfrm>
              <a:off x="5625916" y="6270275"/>
              <a:ext cx="1238220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48" name="Рисунок 47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F6BA5DD-B0FF-E286-2646-6F0F21304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8498" y="6348508"/>
              <a:ext cx="240581" cy="240581"/>
            </a:xfrm>
            <a:prstGeom prst="rect">
              <a:avLst/>
            </a:prstGeom>
          </p:spPr>
        </p:pic>
        <p:pic>
          <p:nvPicPr>
            <p:cNvPr id="50" name="Рисунок 4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8CE1D695-D136-12E3-8116-DA375A09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2340" y="6348508"/>
              <a:ext cx="256117" cy="256117"/>
            </a:xfrm>
            <a:prstGeom prst="rect">
              <a:avLst/>
            </a:prstGeom>
          </p:spPr>
        </p:pic>
        <p:pic>
          <p:nvPicPr>
            <p:cNvPr id="52" name="Рисунок 5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4741176A-0B8F-C55C-7C0F-1E4F5937E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7979" y="6344932"/>
              <a:ext cx="238651" cy="238651"/>
            </a:xfrm>
            <a:prstGeom prst="rect">
              <a:avLst/>
            </a:prstGeom>
          </p:spPr>
        </p:pic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08332E1F-C437-56C3-3B40-864ACACF9FDD}"/>
                </a:ext>
              </a:extLst>
            </p:cNvPr>
            <p:cNvCxnSpPr/>
            <p:nvPr/>
          </p:nvCxnSpPr>
          <p:spPr>
            <a:xfrm>
              <a:off x="6446254" y="6398257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38F330C8-5A98-7738-D632-E6F3EDCCC8B2}"/>
                </a:ext>
              </a:extLst>
            </p:cNvPr>
            <p:cNvCxnSpPr/>
            <p:nvPr/>
          </p:nvCxnSpPr>
          <p:spPr>
            <a:xfrm>
              <a:off x="6042394" y="6398257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69398487-79EE-EE28-B567-29F823C31C9B}"/>
              </a:ext>
            </a:extLst>
          </p:cNvPr>
          <p:cNvSpPr/>
          <p:nvPr/>
        </p:nvSpPr>
        <p:spPr>
          <a:xfrm>
            <a:off x="5603664" y="1827526"/>
            <a:ext cx="1238220" cy="1193466"/>
          </a:xfrm>
          <a:prstGeom prst="roundRect">
            <a:avLst>
              <a:gd name="adj" fmla="val 11729"/>
            </a:avLst>
          </a:prstGeom>
          <a:blipFill>
            <a:blip r:embed="rId21"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1" name="Рисунок 70" descr="Изображение выглядит как мультфильм, игрушка, Мультфильм, шляпа&#10;&#10;Автоматически созданное описание">
            <a:extLst>
              <a:ext uri="{FF2B5EF4-FFF2-40B4-BE49-F238E27FC236}">
                <a16:creationId xmlns:a16="http://schemas.microsoft.com/office/drawing/2014/main" id="{1924460B-C44E-67E5-1BBA-030CF7C7F5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0788" y="-677271"/>
            <a:ext cx="5009594" cy="5009594"/>
          </a:xfrm>
          <a:prstGeom prst="rect">
            <a:avLst/>
          </a:prstGeom>
        </p:spPr>
      </p:pic>
      <p:sp>
        <p:nvSpPr>
          <p:cNvPr id="72" name="Прямоугольник: скругленные углы 71">
            <a:hlinkClick r:id="rId23" action="ppaction://hlinksldjump"/>
            <a:extLst>
              <a:ext uri="{FF2B5EF4-FFF2-40B4-BE49-F238E27FC236}">
                <a16:creationId xmlns:a16="http://schemas.microsoft.com/office/drawing/2014/main" id="{E59B7DE0-E85F-5573-E93B-CCCF424D8319}"/>
              </a:ext>
            </a:extLst>
          </p:cNvPr>
          <p:cNvSpPr/>
          <p:nvPr/>
        </p:nvSpPr>
        <p:spPr>
          <a:xfrm>
            <a:off x="5719403" y="3293290"/>
            <a:ext cx="1006741" cy="410392"/>
          </a:xfrm>
          <a:prstGeom prst="roundRect">
            <a:avLst>
              <a:gd name="adj" fmla="val 117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TextBox 72">
            <a:hlinkClick r:id="rId23" action="ppaction://hlinksldjump"/>
            <a:extLst>
              <a:ext uri="{FF2B5EF4-FFF2-40B4-BE49-F238E27FC236}">
                <a16:creationId xmlns:a16="http://schemas.microsoft.com/office/drawing/2014/main" id="{D3773078-FB62-1050-F230-4AF3DE8A1935}"/>
              </a:ext>
            </a:extLst>
          </p:cNvPr>
          <p:cNvSpPr txBox="1"/>
          <p:nvPr/>
        </p:nvSpPr>
        <p:spPr>
          <a:xfrm>
            <a:off x="5861860" y="3344597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itchFamily="2" charset="0"/>
              </a:rPr>
              <a:t>Login</a:t>
            </a:r>
            <a:endParaRPr lang="ru-RU" sz="14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984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478633" y="7172849"/>
            <a:ext cx="3532786" cy="373084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2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4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6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D6A616-1BF1-F23C-E9C9-1054FC28FD67}"/>
              </a:ext>
            </a:extLst>
          </p:cNvPr>
          <p:cNvGrpSpPr/>
          <p:nvPr/>
        </p:nvGrpSpPr>
        <p:grpSpPr>
          <a:xfrm>
            <a:off x="4478632" y="7623446"/>
            <a:ext cx="3532786" cy="4144123"/>
            <a:chOff x="4478632" y="1855694"/>
            <a:chExt cx="3532786" cy="4144123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41C5B02F-A810-4B55-AC7D-705EE86A5DAD}"/>
                </a:ext>
              </a:extLst>
            </p:cNvPr>
            <p:cNvSpPr/>
            <p:nvPr/>
          </p:nvSpPr>
          <p:spPr>
            <a:xfrm>
              <a:off x="4478632" y="1855694"/>
              <a:ext cx="3532786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72FEBD-AE89-CEEA-FB46-93AD0F8ADAEE}"/>
                </a:ext>
              </a:extLst>
            </p:cNvPr>
            <p:cNvSpPr txBox="1"/>
            <p:nvPr/>
          </p:nvSpPr>
          <p:spPr>
            <a:xfrm>
              <a:off x="4612195" y="202657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pic>
          <p:nvPicPr>
            <p:cNvPr id="26" name="Рисунок 25" descr="Изображение выглядит как желтый, круг, творческий подход&#10;&#10;Автоматически созданное описание">
              <a:extLst>
                <a:ext uri="{FF2B5EF4-FFF2-40B4-BE49-F238E27FC236}">
                  <a16:creationId xmlns:a16="http://schemas.microsoft.com/office/drawing/2014/main" id="{6115E0A5-6730-2A1A-2240-B71BAFED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5289" y="5607887"/>
              <a:ext cx="301091" cy="3010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1B782E-0CC0-96A7-885A-F544BC51FD47}"/>
                </a:ext>
              </a:extLst>
            </p:cNvPr>
            <p:cNvSpPr txBox="1"/>
            <p:nvPr/>
          </p:nvSpPr>
          <p:spPr>
            <a:xfrm>
              <a:off x="4971034" y="560120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30°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A2D7A-D26A-325A-8A5C-E3E87C00F5DF}"/>
                </a:ext>
              </a:extLst>
            </p:cNvPr>
            <p:cNvSpPr txBox="1"/>
            <p:nvPr/>
          </p:nvSpPr>
          <p:spPr>
            <a:xfrm>
              <a:off x="4605289" y="2288084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A41CAC8-0231-3F50-6998-3CD5F83CEB71}"/>
                </a:ext>
              </a:extLst>
            </p:cNvPr>
            <p:cNvSpPr/>
            <p:nvPr/>
          </p:nvSpPr>
          <p:spPr>
            <a:xfrm>
              <a:off x="4786999" y="2795575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B8E82D-42B4-096E-7023-11F3DDF717BF}"/>
                </a:ext>
              </a:extLst>
            </p:cNvPr>
            <p:cNvSpPr txBox="1"/>
            <p:nvPr/>
          </p:nvSpPr>
          <p:spPr>
            <a:xfrm>
              <a:off x="4874285" y="2887593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9D44DB-5F02-9149-72E2-494C98499F1E}"/>
                </a:ext>
              </a:extLst>
            </p:cNvPr>
            <p:cNvSpPr txBox="1"/>
            <p:nvPr/>
          </p:nvSpPr>
          <p:spPr>
            <a:xfrm>
              <a:off x="4874285" y="3095496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61262C9-6DCC-C811-DC6C-D2525397E0E1}"/>
                </a:ext>
              </a:extLst>
            </p:cNvPr>
            <p:cNvSpPr/>
            <p:nvPr/>
          </p:nvSpPr>
          <p:spPr>
            <a:xfrm>
              <a:off x="4786999" y="3974210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30ABB4-0C3E-7F96-B439-D963B67B2E25}"/>
                </a:ext>
              </a:extLst>
            </p:cNvPr>
            <p:cNvSpPr txBox="1"/>
            <p:nvPr/>
          </p:nvSpPr>
          <p:spPr>
            <a:xfrm>
              <a:off x="4870016" y="4038605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210435-24F0-33AA-BA76-C632FA2326EE}"/>
                </a:ext>
              </a:extLst>
            </p:cNvPr>
            <p:cNvSpPr txBox="1"/>
            <p:nvPr/>
          </p:nvSpPr>
          <p:spPr>
            <a:xfrm>
              <a:off x="4870016" y="4246508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5C0148-61D2-1173-8288-D9C3308C9F2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28391" y="0"/>
            <a:ext cx="12220391" cy="687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430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2000">
        <p159:morph option="byObject"/>
      </p:transition>
    </mc:Choice>
    <mc:Fallback>
      <p:transition advClick="0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478633" y="7172849"/>
            <a:ext cx="3532786" cy="373084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3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7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9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0D6A616-1BF1-F23C-E9C9-1054FC28FD67}"/>
              </a:ext>
            </a:extLst>
          </p:cNvPr>
          <p:cNvGrpSpPr/>
          <p:nvPr/>
        </p:nvGrpSpPr>
        <p:grpSpPr>
          <a:xfrm>
            <a:off x="4478632" y="7623446"/>
            <a:ext cx="3532786" cy="4144123"/>
            <a:chOff x="4478632" y="1855694"/>
            <a:chExt cx="3532786" cy="4144123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41C5B02F-A810-4B55-AC7D-705EE86A5DAD}"/>
                </a:ext>
              </a:extLst>
            </p:cNvPr>
            <p:cNvSpPr/>
            <p:nvPr/>
          </p:nvSpPr>
          <p:spPr>
            <a:xfrm>
              <a:off x="4478632" y="1855694"/>
              <a:ext cx="3532786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D72FEBD-AE89-CEEA-FB46-93AD0F8ADAEE}"/>
                </a:ext>
              </a:extLst>
            </p:cNvPr>
            <p:cNvSpPr txBox="1"/>
            <p:nvPr/>
          </p:nvSpPr>
          <p:spPr>
            <a:xfrm>
              <a:off x="4612195" y="202657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pic>
          <p:nvPicPr>
            <p:cNvPr id="26" name="Рисунок 25" descr="Изображение выглядит как желтый, круг, творческий подход&#10;&#10;Автоматически созданное описание">
              <a:extLst>
                <a:ext uri="{FF2B5EF4-FFF2-40B4-BE49-F238E27FC236}">
                  <a16:creationId xmlns:a16="http://schemas.microsoft.com/office/drawing/2014/main" id="{6115E0A5-6730-2A1A-2240-B71BAFED7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5289" y="5607887"/>
              <a:ext cx="301091" cy="30109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1B782E-0CC0-96A7-885A-F544BC51FD47}"/>
                </a:ext>
              </a:extLst>
            </p:cNvPr>
            <p:cNvSpPr txBox="1"/>
            <p:nvPr/>
          </p:nvSpPr>
          <p:spPr>
            <a:xfrm>
              <a:off x="4971034" y="5601201"/>
              <a:ext cx="4780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30°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CA2D7A-D26A-325A-8A5C-E3E87C00F5DF}"/>
                </a:ext>
              </a:extLst>
            </p:cNvPr>
            <p:cNvSpPr txBox="1"/>
            <p:nvPr/>
          </p:nvSpPr>
          <p:spPr>
            <a:xfrm>
              <a:off x="4605289" y="2288084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3A41CAC8-0231-3F50-6998-3CD5F83CEB71}"/>
                </a:ext>
              </a:extLst>
            </p:cNvPr>
            <p:cNvSpPr/>
            <p:nvPr/>
          </p:nvSpPr>
          <p:spPr>
            <a:xfrm>
              <a:off x="4786999" y="2795575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B8E82D-42B4-096E-7023-11F3DDF717BF}"/>
                </a:ext>
              </a:extLst>
            </p:cNvPr>
            <p:cNvSpPr txBox="1"/>
            <p:nvPr/>
          </p:nvSpPr>
          <p:spPr>
            <a:xfrm>
              <a:off x="4874285" y="2887593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99D44DB-5F02-9149-72E2-494C98499F1E}"/>
                </a:ext>
              </a:extLst>
            </p:cNvPr>
            <p:cNvSpPr txBox="1"/>
            <p:nvPr/>
          </p:nvSpPr>
          <p:spPr>
            <a:xfrm>
              <a:off x="4874285" y="3095496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461262C9-6DCC-C811-DC6C-D2525397E0E1}"/>
                </a:ext>
              </a:extLst>
            </p:cNvPr>
            <p:cNvSpPr/>
            <p:nvPr/>
          </p:nvSpPr>
          <p:spPr>
            <a:xfrm>
              <a:off x="4786999" y="3974210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30ABB4-0C3E-7F96-B439-D963B67B2E25}"/>
                </a:ext>
              </a:extLst>
            </p:cNvPr>
            <p:cNvSpPr txBox="1"/>
            <p:nvPr/>
          </p:nvSpPr>
          <p:spPr>
            <a:xfrm>
              <a:off x="4870016" y="4038605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3210435-24F0-33AA-BA76-C632FA2326EE}"/>
                </a:ext>
              </a:extLst>
            </p:cNvPr>
            <p:cNvSpPr txBox="1"/>
            <p:nvPr/>
          </p:nvSpPr>
          <p:spPr>
            <a:xfrm>
              <a:off x="4870016" y="4246508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136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Tm="10">
        <p159:morph option="byObject"/>
      </p:transition>
    </mc:Choice>
    <mc:Fallback>
      <p:transition advTm="1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301994" y="6270275"/>
            <a:ext cx="3886065" cy="410392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3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7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9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679E3D9B-5F61-3A76-730F-E2D981A143B9}"/>
              </a:ext>
            </a:extLst>
          </p:cNvPr>
          <p:cNvGrpSpPr/>
          <p:nvPr/>
        </p:nvGrpSpPr>
        <p:grpSpPr>
          <a:xfrm>
            <a:off x="3893791" y="7428600"/>
            <a:ext cx="4644494" cy="5334614"/>
            <a:chOff x="3893791" y="645830"/>
            <a:chExt cx="4644494" cy="5334614"/>
          </a:xfrm>
        </p:grpSpPr>
        <p:sp>
          <p:nvSpPr>
            <p:cNvPr id="60" name="Прямоугольник: скругленные углы 59">
              <a:extLst>
                <a:ext uri="{FF2B5EF4-FFF2-40B4-BE49-F238E27FC236}">
                  <a16:creationId xmlns:a16="http://schemas.microsoft.com/office/drawing/2014/main" id="{692EA013-3A1D-197E-E981-B98BE53254C2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D36B75E-F720-B43F-7EF0-2B5C114FC094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62" name="Прямоугольник: скругленные углы 61">
              <a:extLst>
                <a:ext uri="{FF2B5EF4-FFF2-40B4-BE49-F238E27FC236}">
                  <a16:creationId xmlns:a16="http://schemas.microsoft.com/office/drawing/2014/main" id="{E802A304-AF79-9F38-EEB4-B2B154427E9F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63" name="Рисунок 62" descr="Изображение выглядит как черный, темнота&#10;&#10;Автоматически созданное описание">
              <a:hlinkClick r:id="rId17" action="ppaction://hlinksldjump"/>
              <a:extLst>
                <a:ext uri="{FF2B5EF4-FFF2-40B4-BE49-F238E27FC236}">
                  <a16:creationId xmlns:a16="http://schemas.microsoft.com/office/drawing/2014/main" id="{D757289B-C909-850C-91B8-BF3555E2E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C3C145D-920E-0DB9-2EF4-F89D8EEEAE1F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65" name="Прямоугольник: скругленные углы 64">
              <a:extLst>
                <a:ext uri="{FF2B5EF4-FFF2-40B4-BE49-F238E27FC236}">
                  <a16:creationId xmlns:a16="http://schemas.microsoft.com/office/drawing/2014/main" id="{A81484DF-A399-24E7-D557-325EC6E89D38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66" name="Рисунок 65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C3E9C43B-B74A-6BEA-3A50-5B7CA3AD5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67" name="Прямоугольник: скругленные углы 66">
              <a:extLst>
                <a:ext uri="{FF2B5EF4-FFF2-40B4-BE49-F238E27FC236}">
                  <a16:creationId xmlns:a16="http://schemas.microsoft.com/office/drawing/2014/main" id="{864E3792-F67C-9BA8-95CF-D4C7E6E4C1F7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68" name="Рисунок 67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0784E7C0-D773-F76D-70AB-EFA12500D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69" name="Прямоугольник: скругленные углы 68">
              <a:extLst>
                <a:ext uri="{FF2B5EF4-FFF2-40B4-BE49-F238E27FC236}">
                  <a16:creationId xmlns:a16="http://schemas.microsoft.com/office/drawing/2014/main" id="{BECED0A8-3839-ED39-1D58-BA354A373E18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0" name="Рисунок 69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3989C6DE-E51F-094D-E41B-81DBDA1D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71" name="Рисунок 70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4F804FE5-C65A-82DD-E79B-29E04F723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C69E447-34CF-9D53-C068-2D721B9949C9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3A9E24CE-1CE7-938F-FA6F-74519C8E3C3D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4" name="Рисунок 73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3A9B3B1F-6FBB-ADA9-BD22-6AC696BD4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75" name="Рисунок 74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23F8DDF7-2C0B-8666-09D1-2F32602A6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76" name="Прямоугольник: скругленные углы 75">
              <a:extLst>
                <a:ext uri="{FF2B5EF4-FFF2-40B4-BE49-F238E27FC236}">
                  <a16:creationId xmlns:a16="http://schemas.microsoft.com/office/drawing/2014/main" id="{1996F65F-5B26-63AB-835B-B3564CA8597B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7" name="Рисунок 76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7686DFB5-08A9-D861-7340-E1389D515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3F1E6AFB-7BA9-89D5-C6D5-ADE70CCF2CA4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9" name="Рисунок 78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C64A3907-5C5E-B951-B948-9B317B8CA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6C89B22F-C5ED-15B2-6A2B-2AC6FAE203C7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9EC22C7B-5EED-521C-4174-C77C7A1B4F15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2" name="Рисунок 81" descr="Изображение выглядит как снимок экрана, Прямоугольник, Цвет электрик, линия&#10;&#10;Автоматически созданное описание">
              <a:hlinkClick r:id="rId9" action="ppaction://hlinksldjump"/>
              <a:extLst>
                <a:ext uri="{FF2B5EF4-FFF2-40B4-BE49-F238E27FC236}">
                  <a16:creationId xmlns:a16="http://schemas.microsoft.com/office/drawing/2014/main" id="{B31CD374-841F-0198-21CC-3305C7AD3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83" name="Рисунок 82" descr="Изображение выглядит как круг, Графика, снимок экрана, дизайн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AFDA4225-8B8F-F3CD-1DEE-A7DDD17CD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6664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47E094E-6CBD-B7AC-8013-7B49160741B7}"/>
              </a:ext>
            </a:extLst>
          </p:cNvPr>
          <p:cNvGrpSpPr/>
          <p:nvPr/>
        </p:nvGrpSpPr>
        <p:grpSpPr>
          <a:xfrm>
            <a:off x="4301994" y="6270275"/>
            <a:ext cx="3886065" cy="410392"/>
            <a:chOff x="4301994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4301994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3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1722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786999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76846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hlinkClick r:id="rId7" action="ppaction://hlinksldjump"/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6380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9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9276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45047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1323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7302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6398629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0541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822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5991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7530199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45DB74F0-495C-2E45-AC77-EBE3469F8B4B}"/>
              </a:ext>
            </a:extLst>
          </p:cNvPr>
          <p:cNvGrpSpPr/>
          <p:nvPr/>
        </p:nvGrpSpPr>
        <p:grpSpPr>
          <a:xfrm>
            <a:off x="2657862" y="-4497209"/>
            <a:ext cx="7705357" cy="4144123"/>
            <a:chOff x="2657862" y="1202551"/>
            <a:chExt cx="7705357" cy="4144123"/>
          </a:xfrm>
        </p:grpSpPr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A4F05AD2-6A3F-13EF-D5BF-0B3D3B4C5C7A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0527D4-F1C4-BC24-3243-CEFBC6E39345}"/>
                </a:ext>
              </a:extLst>
            </p:cNvPr>
            <p:cNvSpPr txBox="1"/>
            <p:nvPr/>
          </p:nvSpPr>
          <p:spPr>
            <a:xfrm>
              <a:off x="7621323" y="3111561"/>
              <a:ext cx="500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Hi.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01A90F79-EF26-9D60-FCF0-1296010CA09B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26C377E1-63A3-AD42-54CF-9FBECA1DB47D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5108933C-25FE-D7A0-1ECB-10B27375F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C549511A-E748-210D-DF30-9025114F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3CD2FFF-B17E-1D60-3D66-9C79F246E118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7C2E6BE-228A-9F68-26FF-130C5F3759AE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1B83936C-9370-0756-E11B-F27E378107D4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51" name="Прямоугольник: скругленные углы 50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E97BAC19-80C1-8279-6CC7-FCD536C2CDBE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52" name="Рисунок 51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63ED13B7-C241-2BD7-4265-6DF92DE2F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53" name="TextBox 52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1284354E-998C-EA60-9E63-33BF20005475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5339E235-67F7-3104-B1B1-DE776DB50A99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48" name="Прямоугольник: скругленные углы 47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75B6220C-458A-7AB8-7AFB-EC3D13D5AE9B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9" name="Рисунок 48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AE8821BC-52FA-85F4-B0AB-EEA138340B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50" name="TextBox 49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5C3AE482-2C6F-5DA4-174C-0E497126C5F2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sp>
          <p:nvSpPr>
            <p:cNvPr id="47" name="Овал 46">
              <a:hlinkClick r:id="rId3" action="ppaction://hlinksldjump"/>
              <a:extLst>
                <a:ext uri="{FF2B5EF4-FFF2-40B4-BE49-F238E27FC236}">
                  <a16:creationId xmlns:a16="http://schemas.microsoft.com/office/drawing/2014/main" id="{EC21DC9F-4D7E-1993-2DD6-7DA9BFEF2D02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CE85748-0746-354D-2450-B7EA8E5C2087}"/>
              </a:ext>
            </a:extLst>
          </p:cNvPr>
          <p:cNvGrpSpPr/>
          <p:nvPr/>
        </p:nvGrpSpPr>
        <p:grpSpPr>
          <a:xfrm>
            <a:off x="2657862" y="-4751209"/>
            <a:ext cx="7705357" cy="4144123"/>
            <a:chOff x="2657862" y="1202551"/>
            <a:chExt cx="7705357" cy="4144123"/>
          </a:xfrm>
        </p:grpSpPr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043510B3-719D-7391-FD68-D0D47BE0D3BB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CD6181B3-9C5D-0ED4-F3D5-EB7D26FF67E0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D164C181-E6B5-A259-D68C-43618D4DDAD6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8" name="Рисунок 57">
              <a:extLst>
                <a:ext uri="{FF2B5EF4-FFF2-40B4-BE49-F238E27FC236}">
                  <a16:creationId xmlns:a16="http://schemas.microsoft.com/office/drawing/2014/main" id="{DF580B95-8A10-703A-817C-4A5867100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59" name="Рисунок 58">
              <a:extLst>
                <a:ext uri="{FF2B5EF4-FFF2-40B4-BE49-F238E27FC236}">
                  <a16:creationId xmlns:a16="http://schemas.microsoft.com/office/drawing/2014/main" id="{B568E7E7-A4F6-EBBB-FA0C-EC62FA2A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5FD366D-9F40-1D1C-9BB9-165F6A8389E7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DDA04D0-5A01-6352-F41B-DF98C9871BD8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62" name="Овал 61">
              <a:hlinkClick r:id="rId3" action="ppaction://hlinksldjump"/>
              <a:extLst>
                <a:ext uri="{FF2B5EF4-FFF2-40B4-BE49-F238E27FC236}">
                  <a16:creationId xmlns:a16="http://schemas.microsoft.com/office/drawing/2014/main" id="{7299EEF4-A5B3-114E-48F3-968CFBEE03E1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8DB886CC-6BA7-3E98-475F-70C3A96EA682}"/>
                </a:ext>
              </a:extLst>
            </p:cNvPr>
            <p:cNvGrpSpPr/>
            <p:nvPr/>
          </p:nvGrpSpPr>
          <p:grpSpPr>
            <a:xfrm>
              <a:off x="6542487" y="2047006"/>
              <a:ext cx="1770528" cy="1016690"/>
              <a:chOff x="6320610" y="2181170"/>
              <a:chExt cx="1770528" cy="1016690"/>
            </a:xfrm>
          </p:grpSpPr>
          <p:pic>
            <p:nvPicPr>
              <p:cNvPr id="74" name="Рисунок 73">
                <a:extLst>
                  <a:ext uri="{FF2B5EF4-FFF2-40B4-BE49-F238E27FC236}">
                    <a16:creationId xmlns:a16="http://schemas.microsoft.com/office/drawing/2014/main" id="{94B9E35D-CEC6-2E34-6007-A3D0EEDC3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20610" y="2181170"/>
                <a:ext cx="1770528" cy="1016690"/>
              </a:xfrm>
              <a:prstGeom prst="rect">
                <a:avLst/>
              </a:prstGeom>
            </p:spPr>
          </p:pic>
          <p:pic>
            <p:nvPicPr>
              <p:cNvPr id="75" name="Рисунок 74" descr="Изображение выглядит как вода, Цвет морской волны, Бирюза, синий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DEDEB136-B6B9-3D3E-46ED-6CE14A06E0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20"/>
              <a:stretch/>
            </p:blipFill>
            <p:spPr>
              <a:xfrm>
                <a:off x="6537067" y="2273171"/>
                <a:ext cx="1340235" cy="815469"/>
              </a:xfrm>
              <a:prstGeom prst="rect">
                <a:avLst/>
              </a:prstGeom>
            </p:spPr>
          </p:pic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63EB5EB-7418-B614-71ED-102D65484B79}"/>
                </a:ext>
              </a:extLst>
            </p:cNvPr>
            <p:cNvSpPr txBox="1"/>
            <p:nvPr/>
          </p:nvSpPr>
          <p:spPr>
            <a:xfrm>
              <a:off x="6617376" y="3225729"/>
              <a:ext cx="16433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" pitchFamily="2" charset="0"/>
                </a:rPr>
                <a:t>PealOS</a:t>
              </a:r>
              <a:r>
                <a:rPr lang="en-US" sz="1400" dirty="0">
                  <a:latin typeface="Montserrat" pitchFamily="2" charset="0"/>
                </a:rPr>
                <a:t> 1.0 Beta</a:t>
              </a:r>
              <a:endParaRPr lang="ru-RU" sz="1400" dirty="0">
                <a:latin typeface="Montserrat" pitchFamily="2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848C1CF-92B3-BFF5-4499-727537DA4777}"/>
                </a:ext>
              </a:extLst>
            </p:cNvPr>
            <p:cNvSpPr txBox="1"/>
            <p:nvPr/>
          </p:nvSpPr>
          <p:spPr>
            <a:xfrm>
              <a:off x="6881069" y="3467166"/>
              <a:ext cx="11160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Montserrat Light" pitchFamily="2" charset="0"/>
                </a:rPr>
                <a:t>Not For Resale</a:t>
              </a:r>
              <a:endParaRPr lang="ru-RU" sz="1000" dirty="0">
                <a:latin typeface="Montserrat Light" pitchFamily="2" charset="0"/>
              </a:endParaRPr>
            </a:p>
          </p:txBody>
        </p:sp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120507AD-2361-1EA0-7210-7DBC15736AA6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71" name="Прямоугольник: скругленные углы 70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D648C577-AA96-3150-CA6E-A636AD97AA1A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72" name="Рисунок 71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6FF559A2-DE26-D2EF-E8DA-AB8D96194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73" name="TextBox 72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C149EA30-D564-B0E2-6187-308BA10CB35B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67" name="Группа 66">
              <a:extLst>
                <a:ext uri="{FF2B5EF4-FFF2-40B4-BE49-F238E27FC236}">
                  <a16:creationId xmlns:a16="http://schemas.microsoft.com/office/drawing/2014/main" id="{CB291641-9CC3-A84C-CB7C-C8A1339D5B3E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68" name="Прямоугольник: скругленные углы 67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00471A5A-9393-7BEA-370D-F560ADC9B9FB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69" name="Рисунок 68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DB17A5A0-0B3B-71AA-31D0-1345448F4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70" name="TextBox 69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DF5E24CC-9271-6460-F8EC-9688085A5175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68B30920-7103-2546-BD49-5DFD30C3E3B4}"/>
              </a:ext>
            </a:extLst>
          </p:cNvPr>
          <p:cNvGrpSpPr/>
          <p:nvPr/>
        </p:nvGrpSpPr>
        <p:grpSpPr>
          <a:xfrm>
            <a:off x="2657862" y="-4446409"/>
            <a:ext cx="7705357" cy="4144123"/>
            <a:chOff x="2657862" y="1202551"/>
            <a:chExt cx="7705357" cy="4144123"/>
          </a:xfrm>
        </p:grpSpPr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73F615B2-C65D-BFDB-755C-2DC1ED2EBB00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8048A60C-9A87-9283-58AA-B030A4DAD271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67957B45-D631-29DA-D566-2C47508190D6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0" name="Рисунок 79">
              <a:extLst>
                <a:ext uri="{FF2B5EF4-FFF2-40B4-BE49-F238E27FC236}">
                  <a16:creationId xmlns:a16="http://schemas.microsoft.com/office/drawing/2014/main" id="{136C343E-87DD-5240-1F51-124175DE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6D7F3989-29FF-CC19-03B3-EC5E9E900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2ADE2B5-B20B-FE56-131F-A10EB39CCF6D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C5C518-4471-F684-EEC4-943ECD94C9DE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84" name="Овал 83">
              <a:hlinkClick r:id="rId3" action="ppaction://hlinksldjump"/>
              <a:extLst>
                <a:ext uri="{FF2B5EF4-FFF2-40B4-BE49-F238E27FC236}">
                  <a16:creationId xmlns:a16="http://schemas.microsoft.com/office/drawing/2014/main" id="{3499D775-0A9A-E6ED-8EF2-B0503E7047FB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00FD20AA-74AF-635B-BF08-444345AAB00D}"/>
                </a:ext>
              </a:extLst>
            </p:cNvPr>
            <p:cNvGrpSpPr/>
            <p:nvPr/>
          </p:nvGrpSpPr>
          <p:grpSpPr>
            <a:xfrm>
              <a:off x="6542487" y="2047006"/>
              <a:ext cx="1770528" cy="1016690"/>
              <a:chOff x="6320610" y="2181170"/>
              <a:chExt cx="1770528" cy="1016690"/>
            </a:xfrm>
          </p:grpSpPr>
          <p:pic>
            <p:nvPicPr>
              <p:cNvPr id="96" name="Рисунок 95">
                <a:extLst>
                  <a:ext uri="{FF2B5EF4-FFF2-40B4-BE49-F238E27FC236}">
                    <a16:creationId xmlns:a16="http://schemas.microsoft.com/office/drawing/2014/main" id="{E40ADB13-F1DD-FC0C-57DD-1C9F8F778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20610" y="2181170"/>
                <a:ext cx="1770528" cy="1016690"/>
              </a:xfrm>
              <a:prstGeom prst="rect">
                <a:avLst/>
              </a:prstGeom>
            </p:spPr>
          </p:pic>
          <p:pic>
            <p:nvPicPr>
              <p:cNvPr id="97" name="Рисунок 96" descr="Изображение выглядит как вода, Цвет морской волны, Бирюза, синий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A616D27C-8947-1E28-CE42-C95CA8E77D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20"/>
              <a:stretch/>
            </p:blipFill>
            <p:spPr>
              <a:xfrm>
                <a:off x="6537067" y="2273171"/>
                <a:ext cx="1340235" cy="815469"/>
              </a:xfrm>
              <a:prstGeom prst="rect">
                <a:avLst/>
              </a:prstGeom>
            </p:spPr>
          </p:pic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84F907E-0BF2-CD3F-C6D8-913C53F1FEF8}"/>
                </a:ext>
              </a:extLst>
            </p:cNvPr>
            <p:cNvSpPr txBox="1"/>
            <p:nvPr/>
          </p:nvSpPr>
          <p:spPr>
            <a:xfrm>
              <a:off x="6582987" y="3095566"/>
              <a:ext cx="17267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" pitchFamily="2" charset="0"/>
                </a:rPr>
                <a:t>No updates now</a:t>
              </a:r>
              <a:endParaRPr lang="ru-RU" sz="1400" dirty="0">
                <a:latin typeface="Montserrat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7CD8D0-6610-1D36-BACD-9F838DBC92C5}"/>
                </a:ext>
              </a:extLst>
            </p:cNvPr>
            <p:cNvSpPr txBox="1"/>
            <p:nvPr/>
          </p:nvSpPr>
          <p:spPr>
            <a:xfrm>
              <a:off x="7061432" y="3383282"/>
              <a:ext cx="6848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latin typeface="Montserrat Light" pitchFamily="2" charset="0"/>
                </a:rPr>
                <a:t>Bc</a:t>
              </a:r>
              <a:r>
                <a:rPr lang="en-US" sz="1000" dirty="0">
                  <a:latin typeface="Montserrat Light" pitchFamily="2" charset="0"/>
                </a:rPr>
                <a:t> Beta</a:t>
              </a:r>
              <a:endParaRPr lang="ru-RU" sz="1000" dirty="0">
                <a:latin typeface="Montserrat Light" pitchFamily="2" charset="0"/>
              </a:endParaRPr>
            </a:p>
          </p:txBody>
        </p:sp>
        <p:grpSp>
          <p:nvGrpSpPr>
            <p:cNvPr id="88" name="Группа 87">
              <a:extLst>
                <a:ext uri="{FF2B5EF4-FFF2-40B4-BE49-F238E27FC236}">
                  <a16:creationId xmlns:a16="http://schemas.microsoft.com/office/drawing/2014/main" id="{41C328F5-E2C7-115C-E34D-73004B84CF0E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93" name="Прямоугольник: скругленные углы 92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98798FF8-1FE8-D7DA-EF0E-0938142EFD38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94" name="Рисунок 93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2AD6CDA6-6522-9BEF-8FAF-A93BA66C38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95" name="TextBox 94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A055C2D1-DD8E-D276-7AF4-EC79AEBC8F7D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6A5B51CE-D6E1-015D-04AA-5CBDD1A965AB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90" name="Прямоугольник: скругленные углы 89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53935E99-1292-8E40-7611-7CCF75EDC065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91" name="Рисунок 90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B73F649A-A046-4417-D3E6-E29C855F3E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92" name="TextBox 91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4252049A-2D24-8F32-D459-9CF6A2D69238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4C0A4D5-C43C-74D4-8A15-E726BA7B8C1A}"/>
              </a:ext>
            </a:extLst>
          </p:cNvPr>
          <p:cNvGrpSpPr/>
          <p:nvPr/>
        </p:nvGrpSpPr>
        <p:grpSpPr>
          <a:xfrm>
            <a:off x="2657862" y="-4558169"/>
            <a:ext cx="7705357" cy="4144123"/>
            <a:chOff x="2657862" y="1202551"/>
            <a:chExt cx="7705357" cy="4144123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51C6BCB-41D1-6671-97F9-403A9692B141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8AE393-6F24-BD06-3953-DBF4F2FCC39C}"/>
                </a:ext>
              </a:extLst>
            </p:cNvPr>
            <p:cNvSpPr txBox="1"/>
            <p:nvPr/>
          </p:nvSpPr>
          <p:spPr>
            <a:xfrm>
              <a:off x="7327533" y="3089946"/>
              <a:ext cx="15103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No Email….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22" name="Прямоугольник: скругленные углы 21">
              <a:hlinkClick r:id="rId19" action="ppaction://hlinksldjump"/>
              <a:extLst>
                <a:ext uri="{FF2B5EF4-FFF2-40B4-BE49-F238E27FC236}">
                  <a16:creationId xmlns:a16="http://schemas.microsoft.com/office/drawing/2014/main" id="{2C7659B2-EDDB-6979-DD6C-4E07F85DA8FB}"/>
                </a:ext>
              </a:extLst>
            </p:cNvPr>
            <p:cNvSpPr/>
            <p:nvPr/>
          </p:nvSpPr>
          <p:spPr>
            <a:xfrm>
              <a:off x="2948870" y="340729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hlinkClick r:id="rId19" action="ppaction://hlinksldjump"/>
              <a:extLst>
                <a:ext uri="{FF2B5EF4-FFF2-40B4-BE49-F238E27FC236}">
                  <a16:creationId xmlns:a16="http://schemas.microsoft.com/office/drawing/2014/main" id="{C4EC9635-376B-0462-17DC-8D2AEA605CF3}"/>
                </a:ext>
              </a:extLst>
            </p:cNvPr>
            <p:cNvSpPr txBox="1"/>
            <p:nvPr/>
          </p:nvSpPr>
          <p:spPr>
            <a:xfrm>
              <a:off x="3408269" y="3561142"/>
              <a:ext cx="1016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iMessage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26" name="Прямоугольник: скругленные углы 25">
              <a:hlinkClick r:id="rId21" action="ppaction://hlinksldjump"/>
              <a:extLst>
                <a:ext uri="{FF2B5EF4-FFF2-40B4-BE49-F238E27FC236}">
                  <a16:creationId xmlns:a16="http://schemas.microsoft.com/office/drawing/2014/main" id="{5CD5CA9F-B9EF-4C6D-5835-03936EEF9607}"/>
                </a:ext>
              </a:extLst>
            </p:cNvPr>
            <p:cNvSpPr/>
            <p:nvPr/>
          </p:nvSpPr>
          <p:spPr>
            <a:xfrm>
              <a:off x="2948870" y="260429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8" name="TextBox 97">
              <a:hlinkClick r:id="rId21" action="ppaction://hlinksldjump"/>
              <a:extLst>
                <a:ext uri="{FF2B5EF4-FFF2-40B4-BE49-F238E27FC236}">
                  <a16:creationId xmlns:a16="http://schemas.microsoft.com/office/drawing/2014/main" id="{65B02F28-6929-EC5F-EEE0-F56A88FE7DC8}"/>
                </a:ext>
              </a:extLst>
            </p:cNvPr>
            <p:cNvSpPr txBox="1"/>
            <p:nvPr/>
          </p:nvSpPr>
          <p:spPr>
            <a:xfrm>
              <a:off x="3473373" y="2741814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Mail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99" name="Овал 98">
              <a:hlinkClick r:id="rId3" action="ppaction://hlinksldjump"/>
              <a:extLst>
                <a:ext uri="{FF2B5EF4-FFF2-40B4-BE49-F238E27FC236}">
                  <a16:creationId xmlns:a16="http://schemas.microsoft.com/office/drawing/2014/main" id="{D7DBD5A6-3BD0-9170-8086-CDBD6C0D6406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0" name="Рисунок 9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5CDC509B-5E0E-EE79-39F1-5066E668C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7691" y="2783675"/>
              <a:ext cx="228170" cy="228170"/>
            </a:xfrm>
            <a:prstGeom prst="rect">
              <a:avLst/>
            </a:prstGeom>
          </p:spPr>
        </p:pic>
        <p:pic>
          <p:nvPicPr>
            <p:cNvPr id="101" name="Рисунок 100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2852EA3-07CD-D9CF-F841-A54A0F43E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768" y="3597825"/>
              <a:ext cx="222115" cy="222115"/>
            </a:xfrm>
            <a:prstGeom prst="rect">
              <a:avLst/>
            </a:prstGeom>
          </p:spPr>
        </p:pic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C8F8ADF9-B819-915B-233A-14C1945DD6E9}"/>
              </a:ext>
            </a:extLst>
          </p:cNvPr>
          <p:cNvGrpSpPr/>
          <p:nvPr/>
        </p:nvGrpSpPr>
        <p:grpSpPr>
          <a:xfrm>
            <a:off x="2657862" y="-4451796"/>
            <a:ext cx="7705357" cy="4144123"/>
            <a:chOff x="2657862" y="1202551"/>
            <a:chExt cx="7705357" cy="4144123"/>
          </a:xfrm>
        </p:grpSpPr>
        <p:sp>
          <p:nvSpPr>
            <p:cNvPr id="103" name="Прямоугольник: скругленные углы 102">
              <a:extLst>
                <a:ext uri="{FF2B5EF4-FFF2-40B4-BE49-F238E27FC236}">
                  <a16:creationId xmlns:a16="http://schemas.microsoft.com/office/drawing/2014/main" id="{1CC70CFD-4454-0B95-2A83-6F94EBFD0B02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8597FA2-96C2-4EC9-76FB-0143EB974A46}"/>
                </a:ext>
              </a:extLst>
            </p:cNvPr>
            <p:cNvSpPr txBox="1"/>
            <p:nvPr/>
          </p:nvSpPr>
          <p:spPr>
            <a:xfrm>
              <a:off x="3106237" y="177120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Montserrat" pitchFamily="2" charset="0"/>
                </a:rPr>
                <a:t>News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05" name="Овал 104">
              <a:hlinkClick r:id="rId3" action="ppaction://hlinksldjump"/>
              <a:extLst>
                <a:ext uri="{FF2B5EF4-FFF2-40B4-BE49-F238E27FC236}">
                  <a16:creationId xmlns:a16="http://schemas.microsoft.com/office/drawing/2014/main" id="{FEA47146-499D-0C9E-64FE-F2E45597C053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Прямоугольник: скругленные углы 105">
              <a:extLst>
                <a:ext uri="{FF2B5EF4-FFF2-40B4-BE49-F238E27FC236}">
                  <a16:creationId xmlns:a16="http://schemas.microsoft.com/office/drawing/2014/main" id="{0081BC22-10DB-56AE-FC05-FAA876985968}"/>
                </a:ext>
              </a:extLst>
            </p:cNvPr>
            <p:cNvSpPr/>
            <p:nvPr/>
          </p:nvSpPr>
          <p:spPr>
            <a:xfrm>
              <a:off x="6662463" y="2678179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CF14F94-69F9-57C0-639A-0F4096504A00}"/>
                </a:ext>
              </a:extLst>
            </p:cNvPr>
            <p:cNvSpPr txBox="1"/>
            <p:nvPr/>
          </p:nvSpPr>
          <p:spPr>
            <a:xfrm>
              <a:off x="6749749" y="2770197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2DDD499-9857-AC66-A5AC-727A8D2E8EC1}"/>
                </a:ext>
              </a:extLst>
            </p:cNvPr>
            <p:cNvSpPr txBox="1"/>
            <p:nvPr/>
          </p:nvSpPr>
          <p:spPr>
            <a:xfrm>
              <a:off x="6749749" y="2978100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09" name="Прямоугольник: скругленные углы 108">
              <a:extLst>
                <a:ext uri="{FF2B5EF4-FFF2-40B4-BE49-F238E27FC236}">
                  <a16:creationId xmlns:a16="http://schemas.microsoft.com/office/drawing/2014/main" id="{F26BCF57-052C-9593-BBD2-71AE688C2CCD}"/>
                </a:ext>
              </a:extLst>
            </p:cNvPr>
            <p:cNvSpPr/>
            <p:nvPr/>
          </p:nvSpPr>
          <p:spPr>
            <a:xfrm>
              <a:off x="3367493" y="2686062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40A459D-0297-D8E7-8395-3D2C97D9501B}"/>
                </a:ext>
              </a:extLst>
            </p:cNvPr>
            <p:cNvSpPr txBox="1"/>
            <p:nvPr/>
          </p:nvSpPr>
          <p:spPr>
            <a:xfrm>
              <a:off x="3450510" y="2750457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2C17159-5C2D-A052-F24E-934AD802599B}"/>
                </a:ext>
              </a:extLst>
            </p:cNvPr>
            <p:cNvSpPr txBox="1"/>
            <p:nvPr/>
          </p:nvSpPr>
          <p:spPr>
            <a:xfrm>
              <a:off x="3450510" y="2958360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grpSp>
        <p:nvGrpSpPr>
          <p:cNvPr id="152" name="Группа 151">
            <a:extLst>
              <a:ext uri="{FF2B5EF4-FFF2-40B4-BE49-F238E27FC236}">
                <a16:creationId xmlns:a16="http://schemas.microsoft.com/office/drawing/2014/main" id="{05E7FAB3-0339-DD7D-434B-B0387A1F5260}"/>
              </a:ext>
            </a:extLst>
          </p:cNvPr>
          <p:cNvGrpSpPr/>
          <p:nvPr/>
        </p:nvGrpSpPr>
        <p:grpSpPr>
          <a:xfrm>
            <a:off x="3893791" y="645830"/>
            <a:ext cx="4644494" cy="5334614"/>
            <a:chOff x="3893791" y="645830"/>
            <a:chExt cx="4644494" cy="5334614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A46192B6-5487-E466-9726-37DA95BADFC0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6FA4DFD-8394-339F-ED5D-256265736E11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112" name="Прямоугольник: скругленные углы 111">
              <a:extLst>
                <a:ext uri="{FF2B5EF4-FFF2-40B4-BE49-F238E27FC236}">
                  <a16:creationId xmlns:a16="http://schemas.microsoft.com/office/drawing/2014/main" id="{C833B5F6-A015-1AE1-A03D-0279A4A1004E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14" name="Рисунок 113" descr="Изображение выглядит как черный, темнота&#10;&#10;Автоматически созданное описание">
              <a:hlinkClick r:id="rId26" action="ppaction://hlinksldjump"/>
              <a:extLst>
                <a:ext uri="{FF2B5EF4-FFF2-40B4-BE49-F238E27FC236}">
                  <a16:creationId xmlns:a16="http://schemas.microsoft.com/office/drawing/2014/main" id="{BFB558CF-9134-D457-7785-EEC5938B5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83C7990-BE7C-E1E5-114F-9C54A0ED45A1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40" name="Прямоугольник: скругленные углы 139">
              <a:extLst>
                <a:ext uri="{FF2B5EF4-FFF2-40B4-BE49-F238E27FC236}">
                  <a16:creationId xmlns:a16="http://schemas.microsoft.com/office/drawing/2014/main" id="{98241C2A-D768-165B-6532-308FDF79F334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4" name="Рисунок 123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587D5172-F689-3529-19EB-2452FB03E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141" name="Прямоугольник: скругленные углы 140">
              <a:extLst>
                <a:ext uri="{FF2B5EF4-FFF2-40B4-BE49-F238E27FC236}">
                  <a16:creationId xmlns:a16="http://schemas.microsoft.com/office/drawing/2014/main" id="{238091A6-63F7-7423-DB4F-1B96E2363EE8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0" name="Рисунок 119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2B2E8E7F-BA47-A1C5-D623-C284588FA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142" name="Прямоугольник: скругленные углы 141">
              <a:extLst>
                <a:ext uri="{FF2B5EF4-FFF2-40B4-BE49-F238E27FC236}">
                  <a16:creationId xmlns:a16="http://schemas.microsoft.com/office/drawing/2014/main" id="{001A5872-1B96-B7B0-BFA0-FC5E1E4C586A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2" name="Рисунок 121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E9E5C055-131D-98B3-4D03-99C42846A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144" name="Рисунок 143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B01ABF34-7D76-FFF2-77C2-6F31237E5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7F29945-A9A5-0CA9-7114-49322F1D9B0C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46" name="Прямоугольник: скругленные углы 145">
              <a:extLst>
                <a:ext uri="{FF2B5EF4-FFF2-40B4-BE49-F238E27FC236}">
                  <a16:creationId xmlns:a16="http://schemas.microsoft.com/office/drawing/2014/main" id="{E761715F-49B3-6860-947F-B942B32C528B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6" name="Рисунок 135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38E1B6D0-A625-A4F0-7E65-E811BBCAE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138" name="Рисунок 137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54545E91-C58B-5AD2-1826-16187B053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147" name="Прямоугольник: скругленные углы 146">
              <a:extLst>
                <a:ext uri="{FF2B5EF4-FFF2-40B4-BE49-F238E27FC236}">
                  <a16:creationId xmlns:a16="http://schemas.microsoft.com/office/drawing/2014/main" id="{448BC259-E99A-78B6-21FE-7CB72BB29390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4" name="Рисунок 133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870D9981-1B4C-D221-7BA5-E17A69F4D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148" name="Прямоугольник: скругленные углы 147">
              <a:extLst>
                <a:ext uri="{FF2B5EF4-FFF2-40B4-BE49-F238E27FC236}">
                  <a16:creationId xmlns:a16="http://schemas.microsoft.com/office/drawing/2014/main" id="{63CBE601-40FB-BFB8-CF5B-48B353F53F10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8" name="Рисунок 127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1DD6436D-6723-5682-40F2-EE1622710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150" name="Прямоугольник: скругленные углы 149">
              <a:extLst>
                <a:ext uri="{FF2B5EF4-FFF2-40B4-BE49-F238E27FC236}">
                  <a16:creationId xmlns:a16="http://schemas.microsoft.com/office/drawing/2014/main" id="{F819A9C4-C9AB-B6D8-A184-30A15E3A447E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1" name="Прямоугольник: скругленные углы 150">
              <a:extLst>
                <a:ext uri="{FF2B5EF4-FFF2-40B4-BE49-F238E27FC236}">
                  <a16:creationId xmlns:a16="http://schemas.microsoft.com/office/drawing/2014/main" id="{38053682-ACA7-E4C9-6B83-0EB54386BC91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30" name="Рисунок 129" descr="Изображение выглядит как снимок экрана, Прямоугольник, Цвет электрик, линия&#10;&#10;Автоматически созданное описание">
              <a:hlinkClick r:id="rId9" action="ppaction://hlinksldjump"/>
              <a:extLst>
                <a:ext uri="{FF2B5EF4-FFF2-40B4-BE49-F238E27FC236}">
                  <a16:creationId xmlns:a16="http://schemas.microsoft.com/office/drawing/2014/main" id="{AEFBC451-7C02-8A39-F0FC-764243C71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132" name="Рисунок 131" descr="Изображение выглядит как круг, Графика, снимок экрана, дизайн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B11929C2-EB5E-1A9E-E8A0-1DFB10F5B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6435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9536961B-F3EB-15A7-9345-A3EAAD21238B}"/>
              </a:ext>
            </a:extLst>
          </p:cNvPr>
          <p:cNvGrpSpPr/>
          <p:nvPr/>
        </p:nvGrpSpPr>
        <p:grpSpPr>
          <a:xfrm>
            <a:off x="2657862" y="1202551"/>
            <a:ext cx="7705357" cy="4144123"/>
            <a:chOff x="2657862" y="1202551"/>
            <a:chExt cx="7705357" cy="4144123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A46192B6-5487-E466-9726-37DA95BADFC0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BD4C20-ACEB-8FAE-518A-9EEAA162CF38}"/>
                </a:ext>
              </a:extLst>
            </p:cNvPr>
            <p:cNvSpPr txBox="1"/>
            <p:nvPr/>
          </p:nvSpPr>
          <p:spPr>
            <a:xfrm>
              <a:off x="7621323" y="3111561"/>
              <a:ext cx="500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Hi.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D6F53B15-1F36-DE95-5692-E0D35389F768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90AD4EB9-E1C7-4F49-214E-A23FD17F84C2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18215924-A39F-7F19-BD63-9EFDCF780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5555131A-3312-A5C7-CF71-536A4EE72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B92F9E-8012-236C-D315-05CCB4C144C0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089CD7-1D44-5AEB-BDCF-F54622E7128B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8902139D-36B2-E0EE-E2B2-BCF829CB95D1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6" name="Прямоугольник: скругленные углы 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A2235DF-E9C0-E0A3-4F37-3C9EBC290F63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24" name="Рисунок 23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37F4402E-CB52-D116-D34E-67660DBB4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36" name="TextBox 3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19BEF2DB-0A12-5004-918D-5305F13BB16D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DCE78BEC-7A0B-3C5F-B8B6-741E583EF7CD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4" name="Прямоугольник: скругленные углы 3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4946AB5-A24C-B76D-1D06-44ABD7DBB563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20" name="Рисунок 1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B9E0C9-B042-FE5F-2E57-D370F2E6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37" name="TextBox 36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4E9AE41C-CA3D-CF3A-CD5A-F50587BF9F71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sp>
          <p:nvSpPr>
            <p:cNvPr id="38" name="Овал 37">
              <a:hlinkClick r:id="rId9" action="ppaction://hlinksldjump"/>
              <a:extLst>
                <a:ext uri="{FF2B5EF4-FFF2-40B4-BE49-F238E27FC236}">
                  <a16:creationId xmlns:a16="http://schemas.microsoft.com/office/drawing/2014/main" id="{54C6FCBD-A18A-1805-37A0-9FE457682F98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EF6C8DDB-9281-D906-2CAE-498F58A6FF8D}"/>
              </a:ext>
            </a:extLst>
          </p:cNvPr>
          <p:cNvGrpSpPr/>
          <p:nvPr/>
        </p:nvGrpSpPr>
        <p:grpSpPr>
          <a:xfrm>
            <a:off x="4301994" y="6270275"/>
            <a:ext cx="3886065" cy="410392"/>
            <a:chOff x="3561215" y="6270275"/>
            <a:chExt cx="3886065" cy="410392"/>
          </a:xfrm>
        </p:grpSpPr>
        <p:sp>
          <p:nvSpPr>
            <p:cNvPr id="42" name="Прямоугольник: скругленные углы 41">
              <a:extLst>
                <a:ext uri="{FF2B5EF4-FFF2-40B4-BE49-F238E27FC236}">
                  <a16:creationId xmlns:a16="http://schemas.microsoft.com/office/drawing/2014/main" id="{30DFDE45-F91D-BF63-9DBC-5857F5BDAD8E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3" name="Рисунок 42" descr="Изображение выглядит как черный, темнота&#10;&#10;Автоматически созданное описание">
              <a:hlinkClick r:id="rId10" action="ppaction://hlinksldjump"/>
              <a:extLst>
                <a:ext uri="{FF2B5EF4-FFF2-40B4-BE49-F238E27FC236}">
                  <a16:creationId xmlns:a16="http://schemas.microsoft.com/office/drawing/2014/main" id="{59339DD4-43BB-C698-A5EC-FE0DE29C02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0A6D3EDC-249F-1EAE-8243-8523D84745DD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Рисунок 44" descr="Изображение выглядит как черный, темнота&#10;&#10;Автоматически созданное описание">
              <a:hlinkClick r:id="rId12" action="ppaction://hlinksldjump"/>
              <a:extLst>
                <a:ext uri="{FF2B5EF4-FFF2-40B4-BE49-F238E27FC236}">
                  <a16:creationId xmlns:a16="http://schemas.microsoft.com/office/drawing/2014/main" id="{6A18A892-7CBF-C35B-8989-BBE667967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46" name="Рисунок 45" descr="Изображение выглядит как черный, темнота&#10;&#10;Автоматически созданное описание">
              <a:hlinkClick r:id="rId14" action="ppaction://hlinksldjump"/>
              <a:extLst>
                <a:ext uri="{FF2B5EF4-FFF2-40B4-BE49-F238E27FC236}">
                  <a16:creationId xmlns:a16="http://schemas.microsoft.com/office/drawing/2014/main" id="{218AF5D9-222E-CC95-F6A0-C9655D0C6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47" name="Рисунок 46" descr="Изображение выглядит как черный, темнота&#10;&#10;Автоматически созданное описание">
              <a:hlinkClick r:id="rId16" action="ppaction://hlinksldjump"/>
              <a:extLst>
                <a:ext uri="{FF2B5EF4-FFF2-40B4-BE49-F238E27FC236}">
                  <a16:creationId xmlns:a16="http://schemas.microsoft.com/office/drawing/2014/main" id="{3E99A7A2-D781-FC33-4070-ADD634B28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48" name="Рисунок 47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95B055A-3D14-45AD-6B28-844E6CA371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49" name="Рисунок 4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82BE66D0-BE9E-71EC-C0EA-E92E3C5EB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50" name="Рисунок 4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8D7B5570-D795-7EFD-7036-17E01B7A5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17777C60-9957-C31C-AD57-E0BE133CE3A2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Рисунок 5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4C363E21-AC55-9D9A-B204-F7886A1F4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53" name="Рисунок 5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0794C696-3D77-CB89-3F69-95EE48B86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54" name="Рисунок 5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D282C78-6377-D181-647C-F9EFA6246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3C546A9F-DF15-2D31-B507-C0B55D7B05BB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D5E2D67-D3E7-8DC6-5940-147E3C7A53BE}"/>
              </a:ext>
            </a:extLst>
          </p:cNvPr>
          <p:cNvGrpSpPr/>
          <p:nvPr/>
        </p:nvGrpSpPr>
        <p:grpSpPr>
          <a:xfrm>
            <a:off x="2810262" y="-4375289"/>
            <a:ext cx="7705357" cy="4144123"/>
            <a:chOff x="2657862" y="1202551"/>
            <a:chExt cx="7705357" cy="4144123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C1508CBA-CD1E-9F50-D44B-309512934B7D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4151D7-97B4-5F32-BC2D-E3C6ADE43D96}"/>
                </a:ext>
              </a:extLst>
            </p:cNvPr>
            <p:cNvSpPr txBox="1"/>
            <p:nvPr/>
          </p:nvSpPr>
          <p:spPr>
            <a:xfrm>
              <a:off x="3106237" y="177120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Montserrat" pitchFamily="2" charset="0"/>
                </a:rPr>
                <a:t>News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1" name="Овал 10">
              <a:hlinkClick r:id="rId9" action="ppaction://hlinksldjump"/>
              <a:extLst>
                <a:ext uri="{FF2B5EF4-FFF2-40B4-BE49-F238E27FC236}">
                  <a16:creationId xmlns:a16="http://schemas.microsoft.com/office/drawing/2014/main" id="{B3539861-3E06-66F1-A487-28F400BB3A90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673CE27D-3123-3AC9-D0ED-A70942B6D367}"/>
                </a:ext>
              </a:extLst>
            </p:cNvPr>
            <p:cNvSpPr/>
            <p:nvPr/>
          </p:nvSpPr>
          <p:spPr>
            <a:xfrm>
              <a:off x="6662463" y="2678179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3878A2-FAC4-21FD-ED79-29A1E16D3E1A}"/>
                </a:ext>
              </a:extLst>
            </p:cNvPr>
            <p:cNvSpPr txBox="1"/>
            <p:nvPr/>
          </p:nvSpPr>
          <p:spPr>
            <a:xfrm>
              <a:off x="6749749" y="2770197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E543BC-68A3-8F67-527B-3F1FDC54EB82}"/>
                </a:ext>
              </a:extLst>
            </p:cNvPr>
            <p:cNvSpPr txBox="1"/>
            <p:nvPr/>
          </p:nvSpPr>
          <p:spPr>
            <a:xfrm>
              <a:off x="6749749" y="2978100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9590BD9F-F475-391E-AA90-53FCC2D42DBA}"/>
                </a:ext>
              </a:extLst>
            </p:cNvPr>
            <p:cNvSpPr/>
            <p:nvPr/>
          </p:nvSpPr>
          <p:spPr>
            <a:xfrm>
              <a:off x="3367493" y="2686062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6A1A2C9-D528-266F-03B1-183E6AFD35F6}"/>
                </a:ext>
              </a:extLst>
            </p:cNvPr>
            <p:cNvSpPr txBox="1"/>
            <p:nvPr/>
          </p:nvSpPr>
          <p:spPr>
            <a:xfrm>
              <a:off x="3450510" y="2750457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B9CF61-FEBD-885F-7347-2B3D96C7C13F}"/>
                </a:ext>
              </a:extLst>
            </p:cNvPr>
            <p:cNvSpPr txBox="1"/>
            <p:nvPr/>
          </p:nvSpPr>
          <p:spPr>
            <a:xfrm>
              <a:off x="3450510" y="2958360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95274A2D-3EF4-F3EE-226C-72E07D38C300}"/>
              </a:ext>
            </a:extLst>
          </p:cNvPr>
          <p:cNvGrpSpPr/>
          <p:nvPr/>
        </p:nvGrpSpPr>
        <p:grpSpPr>
          <a:xfrm>
            <a:off x="3893791" y="7312853"/>
            <a:ext cx="4644494" cy="5334614"/>
            <a:chOff x="3893791" y="645830"/>
            <a:chExt cx="4644494" cy="5334614"/>
          </a:xfrm>
        </p:grpSpPr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34437E44-9327-16A3-0CCE-ADB1326387CD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F3F788E-28A6-1C87-A6D0-E394138A347D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80" name="Прямоугольник: скругленные углы 79">
              <a:extLst>
                <a:ext uri="{FF2B5EF4-FFF2-40B4-BE49-F238E27FC236}">
                  <a16:creationId xmlns:a16="http://schemas.microsoft.com/office/drawing/2014/main" id="{A6C1E40C-2A1C-5128-86B2-AC4509BA0195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1" name="Рисунок 80" descr="Изображение выглядит как черный, темнота&#10;&#10;Автоматически созданное описание">
              <a:hlinkClick r:id="rId24" action="ppaction://hlinksldjump"/>
              <a:extLst>
                <a:ext uri="{FF2B5EF4-FFF2-40B4-BE49-F238E27FC236}">
                  <a16:creationId xmlns:a16="http://schemas.microsoft.com/office/drawing/2014/main" id="{4D224936-0FE4-55D5-C4D7-6B09171C2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A7D77AF-96B7-DE24-4308-D33853FE899D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B209999C-7C65-3A24-9930-EA6E9DDC073F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4" name="Рисунок 83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B90A5B8C-CA8B-1C41-6BC9-63EB03C56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85" name="Прямоугольник: скругленные углы 84">
              <a:extLst>
                <a:ext uri="{FF2B5EF4-FFF2-40B4-BE49-F238E27FC236}">
                  <a16:creationId xmlns:a16="http://schemas.microsoft.com/office/drawing/2014/main" id="{5BE2B2F6-D9D5-EAED-602E-BD63DB14D6FF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6" name="Рисунок 85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6A6E98E6-E9A3-F0F4-4E36-8638F7731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87" name="Прямоугольник: скругленные углы 86">
              <a:extLst>
                <a:ext uri="{FF2B5EF4-FFF2-40B4-BE49-F238E27FC236}">
                  <a16:creationId xmlns:a16="http://schemas.microsoft.com/office/drawing/2014/main" id="{1E862C74-7B1B-A794-DD39-E60D4ED1BFDE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8" name="Рисунок 87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5FB9AFB9-CA1D-616B-F549-EFE7628FE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89" name="Рисунок 88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197E4956-48D1-368D-DAC5-7F1BC80B2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885BBD7-3AD8-1367-4D87-B71F523EEF22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91" name="Прямоугольник: скругленные углы 90">
              <a:extLst>
                <a:ext uri="{FF2B5EF4-FFF2-40B4-BE49-F238E27FC236}">
                  <a16:creationId xmlns:a16="http://schemas.microsoft.com/office/drawing/2014/main" id="{155D4E8F-3481-5A92-64D9-99E18E6987C3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2" name="Рисунок 91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F309B3FF-7DF4-E406-6455-6E8D3C3F5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93" name="Рисунок 92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F7E5DA97-7F9A-A16B-F52E-E325C8A6A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94" name="Прямоугольник: скругленные углы 93">
              <a:extLst>
                <a:ext uri="{FF2B5EF4-FFF2-40B4-BE49-F238E27FC236}">
                  <a16:creationId xmlns:a16="http://schemas.microsoft.com/office/drawing/2014/main" id="{F51AFD7A-BF46-A494-54FF-D04941494E55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5" name="Рисунок 94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72EB5150-07DD-1604-1AB4-D4758246F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96" name="Прямоугольник: скругленные углы 95">
              <a:extLst>
                <a:ext uri="{FF2B5EF4-FFF2-40B4-BE49-F238E27FC236}">
                  <a16:creationId xmlns:a16="http://schemas.microsoft.com/office/drawing/2014/main" id="{CB820E98-62B4-EA25-9440-79E5AB477511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7" name="Рисунок 96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D5EE8BBA-1946-BB28-B7E4-AEFBA3884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98" name="Прямоугольник: скругленные углы 97">
              <a:extLst>
                <a:ext uri="{FF2B5EF4-FFF2-40B4-BE49-F238E27FC236}">
                  <a16:creationId xmlns:a16="http://schemas.microsoft.com/office/drawing/2014/main" id="{31D7C8EB-57BB-D30D-E7A0-8C033E7514CA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9" name="Прямоугольник: скругленные углы 98">
              <a:extLst>
                <a:ext uri="{FF2B5EF4-FFF2-40B4-BE49-F238E27FC236}">
                  <a16:creationId xmlns:a16="http://schemas.microsoft.com/office/drawing/2014/main" id="{FDD61034-5805-030B-291F-00A09C08D530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0" name="Рисунок 99" descr="Изображение выглядит как снимок экрана, Прямоугольник, Цвет электрик, линия&#10;&#10;Автоматически созданное описание">
              <a:hlinkClick r:id="rId16" action="ppaction://hlinksldjump"/>
              <a:extLst>
                <a:ext uri="{FF2B5EF4-FFF2-40B4-BE49-F238E27FC236}">
                  <a16:creationId xmlns:a16="http://schemas.microsoft.com/office/drawing/2014/main" id="{6CBF41CB-5CD6-3119-34BA-796BCFDFB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101" name="Рисунок 100" descr="Изображение выглядит как круг, Графика, снимок экрана, дизайн&#10;&#10;Автоматически созданное описание">
              <a:hlinkClick r:id="rId12" action="ppaction://hlinksldjump"/>
              <a:extLst>
                <a:ext uri="{FF2B5EF4-FFF2-40B4-BE49-F238E27FC236}">
                  <a16:creationId xmlns:a16="http://schemas.microsoft.com/office/drawing/2014/main" id="{58922638-04AB-CE80-DEFC-47426E7A6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E4EF8957-1DCB-E13B-895A-FD0CC30350DB}"/>
              </a:ext>
            </a:extLst>
          </p:cNvPr>
          <p:cNvGrpSpPr/>
          <p:nvPr/>
        </p:nvGrpSpPr>
        <p:grpSpPr>
          <a:xfrm>
            <a:off x="4301994" y="6270275"/>
            <a:ext cx="3886065" cy="410392"/>
            <a:chOff x="3561215" y="6270275"/>
            <a:chExt cx="3886065" cy="410392"/>
          </a:xfrm>
        </p:grpSpPr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44CEF123-C6BC-9621-B4BC-8F380D4DB9AD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0" name="Рисунок 49" descr="Изображение выглядит как черный, темнота&#10;&#10;Автоматически созданное описание">
              <a:hlinkClick r:id="rId3" action="ppaction://hlinksldjump"/>
              <a:extLst>
                <a:ext uri="{FF2B5EF4-FFF2-40B4-BE49-F238E27FC236}">
                  <a16:creationId xmlns:a16="http://schemas.microsoft.com/office/drawing/2014/main" id="{19E8E3A8-4823-5B5B-09EF-3566D96DD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FE4B8CD8-69B7-BEEF-BA22-FC6DF5FF3E2C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Рисунок 51" descr="Изображение выглядит как черный, темнота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324D971E-E1C8-6BC4-15F3-5E6D1FFF0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53" name="Рисунок 52" descr="Изображение выглядит как черный, темнота&#10;&#10;Автоматически созданное описание">
              <a:hlinkClick r:id="rId7" action="ppaction://hlinksldjump"/>
              <a:extLst>
                <a:ext uri="{FF2B5EF4-FFF2-40B4-BE49-F238E27FC236}">
                  <a16:creationId xmlns:a16="http://schemas.microsoft.com/office/drawing/2014/main" id="{8E3EFD64-A138-C849-DBCC-75A612AE3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54" name="Рисунок 53" descr="Изображение выглядит как черный, темнота&#10;&#10;Автоматически созданное описание">
              <a:hlinkClick r:id="rId9" action="ppaction://hlinksldjump"/>
              <a:extLst>
                <a:ext uri="{FF2B5EF4-FFF2-40B4-BE49-F238E27FC236}">
                  <a16:creationId xmlns:a16="http://schemas.microsoft.com/office/drawing/2014/main" id="{7F32078D-0B6E-4891-4D9C-C5F832B67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55" name="Рисунок 5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44FC35D6-640E-B5BE-0665-CA9027189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56" name="Рисунок 55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0C2A98C3-0B5B-45F6-2AFC-5221AD1ED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57" name="Рисунок 5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CC1CB6-AD9E-CB74-E764-36F314860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58" name="Прямая соединительная линия 57">
              <a:extLst>
                <a:ext uri="{FF2B5EF4-FFF2-40B4-BE49-F238E27FC236}">
                  <a16:creationId xmlns:a16="http://schemas.microsoft.com/office/drawing/2014/main" id="{642D8D3D-E8F3-1105-F932-277DED3E256E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Рисунок 5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7CC64E-C36C-4340-FB6F-8D177F307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60" name="Рисунок 5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2FFBE4EE-D4A9-0A71-0CE8-2F64F6EAF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61" name="Рисунок 60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931313A-0024-AE15-53EA-6D3836B9B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62" name="Прямая соединительная линия 61">
              <a:extLst>
                <a:ext uri="{FF2B5EF4-FFF2-40B4-BE49-F238E27FC236}">
                  <a16:creationId xmlns:a16="http://schemas.microsoft.com/office/drawing/2014/main" id="{827602B2-FE45-BD2F-85F1-381049213F7A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7D264972-7EEA-8019-7CA9-D99ECA99E814}"/>
              </a:ext>
            </a:extLst>
          </p:cNvPr>
          <p:cNvGrpSpPr/>
          <p:nvPr/>
        </p:nvGrpSpPr>
        <p:grpSpPr>
          <a:xfrm>
            <a:off x="2810262" y="-4253369"/>
            <a:ext cx="7705357" cy="4144123"/>
            <a:chOff x="2657862" y="1202551"/>
            <a:chExt cx="7705357" cy="4144123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89BA0CF5-0EA6-E42A-63FA-BC3680A1CBCA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57D56F-AB55-563C-8F51-AD21514D19C4}"/>
                </a:ext>
              </a:extLst>
            </p:cNvPr>
            <p:cNvSpPr txBox="1"/>
            <p:nvPr/>
          </p:nvSpPr>
          <p:spPr>
            <a:xfrm>
              <a:off x="3106237" y="177120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Montserrat" pitchFamily="2" charset="0"/>
                </a:rPr>
                <a:t>News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6" name="Овал 5">
              <a:hlinkClick r:id="rId17" action="ppaction://hlinksldjump"/>
              <a:extLst>
                <a:ext uri="{FF2B5EF4-FFF2-40B4-BE49-F238E27FC236}">
                  <a16:creationId xmlns:a16="http://schemas.microsoft.com/office/drawing/2014/main" id="{6BCC663C-D570-C5BC-130C-CEF938E09387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F5F888C8-B948-1D4B-1E6F-B7B5BC9FAAD9}"/>
                </a:ext>
              </a:extLst>
            </p:cNvPr>
            <p:cNvSpPr/>
            <p:nvPr/>
          </p:nvSpPr>
          <p:spPr>
            <a:xfrm>
              <a:off x="6662463" y="2678179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927EDC-0006-C486-4E5C-4F8AABF5B99D}"/>
                </a:ext>
              </a:extLst>
            </p:cNvPr>
            <p:cNvSpPr txBox="1"/>
            <p:nvPr/>
          </p:nvSpPr>
          <p:spPr>
            <a:xfrm>
              <a:off x="6749749" y="2770197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5A09E3-3214-EF4F-909C-AD390457FAE5}"/>
                </a:ext>
              </a:extLst>
            </p:cNvPr>
            <p:cNvSpPr txBox="1"/>
            <p:nvPr/>
          </p:nvSpPr>
          <p:spPr>
            <a:xfrm>
              <a:off x="6749749" y="2978100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3E9A4D6E-8641-6FF2-BB12-028D7EF65D49}"/>
                </a:ext>
              </a:extLst>
            </p:cNvPr>
            <p:cNvSpPr/>
            <p:nvPr/>
          </p:nvSpPr>
          <p:spPr>
            <a:xfrm>
              <a:off x="3367493" y="2686062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8968DC-1D8D-C510-8733-693161D35659}"/>
                </a:ext>
              </a:extLst>
            </p:cNvPr>
            <p:cNvSpPr txBox="1"/>
            <p:nvPr/>
          </p:nvSpPr>
          <p:spPr>
            <a:xfrm>
              <a:off x="3450510" y="2750457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3652A12-3E47-0754-7C9C-714BD607E801}"/>
                </a:ext>
              </a:extLst>
            </p:cNvPr>
            <p:cNvSpPr txBox="1"/>
            <p:nvPr/>
          </p:nvSpPr>
          <p:spPr>
            <a:xfrm>
              <a:off x="3450510" y="2958360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B0D193CD-7F16-C584-886E-D3C4687833AE}"/>
              </a:ext>
            </a:extLst>
          </p:cNvPr>
          <p:cNvGrpSpPr/>
          <p:nvPr/>
        </p:nvGrpSpPr>
        <p:grpSpPr>
          <a:xfrm>
            <a:off x="2657862" y="1202551"/>
            <a:ext cx="7705357" cy="4144123"/>
            <a:chOff x="2657862" y="1202551"/>
            <a:chExt cx="7705357" cy="4144123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A46192B6-5487-E466-9726-37DA95BADFC0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D6F53B15-1F36-DE95-5692-E0D35389F768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90AD4EB9-E1C7-4F49-214E-A23FD17F84C2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18215924-A39F-7F19-BD63-9EFDCF780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5555131A-3312-A5C7-CF71-536A4EE72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B92F9E-8012-236C-D315-05CCB4C144C0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089CD7-1D44-5AEB-BDCF-F54622E7128B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8" name="Овал 37">
              <a:hlinkClick r:id="rId17" action="ppaction://hlinksldjump"/>
              <a:extLst>
                <a:ext uri="{FF2B5EF4-FFF2-40B4-BE49-F238E27FC236}">
                  <a16:creationId xmlns:a16="http://schemas.microsoft.com/office/drawing/2014/main" id="{54C6FCBD-A18A-1805-37A0-9FE457682F98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4E9C64-6615-9A65-708D-CDD498298CBE}"/>
                </a:ext>
              </a:extLst>
            </p:cNvPr>
            <p:cNvSpPr txBox="1"/>
            <p:nvPr/>
          </p:nvSpPr>
          <p:spPr>
            <a:xfrm>
              <a:off x="6814863" y="3225698"/>
              <a:ext cx="16433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" pitchFamily="2" charset="0"/>
                </a:rPr>
                <a:t>PealOS</a:t>
              </a:r>
              <a:r>
                <a:rPr lang="en-US" sz="1400" dirty="0">
                  <a:latin typeface="Montserrat" pitchFamily="2" charset="0"/>
                </a:rPr>
                <a:t> 1.0 Beta</a:t>
              </a:r>
              <a:endParaRPr lang="ru-RU" sz="1400" dirty="0">
                <a:latin typeface="Montserrat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6324F44-ACE2-4FEC-3627-B1324C05EAE5}"/>
                </a:ext>
              </a:extLst>
            </p:cNvPr>
            <p:cNvSpPr txBox="1"/>
            <p:nvPr/>
          </p:nvSpPr>
          <p:spPr>
            <a:xfrm>
              <a:off x="7160124" y="3487441"/>
              <a:ext cx="8851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Montserrat Light" pitchFamily="2" charset="0"/>
                </a:rPr>
                <a:t>#teampeal</a:t>
              </a:r>
              <a:endParaRPr lang="ru-RU" sz="1000" dirty="0">
                <a:latin typeface="Montserrat Light" pitchFamily="2" charset="0"/>
              </a:endParaRPr>
            </a:p>
          </p:txBody>
        </p:sp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5E1A0EB9-873A-41AE-D53F-18E086B1F3C3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41" name="Прямоугольник: скругленные углы 40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7BEC85B8-6FB5-01BE-F34A-7189B68F1136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2" name="Рисунок 41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25188B22-8680-6AAB-6CD1-F03BD513A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43" name="TextBox 42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972B6337-3666-BE63-8386-3D7A60F42EB1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44" name="Группа 43">
              <a:extLst>
                <a:ext uri="{FF2B5EF4-FFF2-40B4-BE49-F238E27FC236}">
                  <a16:creationId xmlns:a16="http://schemas.microsoft.com/office/drawing/2014/main" id="{10938FD7-ACD4-83F3-688E-F35086B71EC6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45" name="Прямоугольник: скругленные углы 44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EEE0E65A-3D0B-53F4-F63D-298AEF2D2852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6" name="Рисунок 45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0B03EF1B-4A30-19BC-0231-9FE9356FAA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47" name="TextBox 46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1DF9F841-1DED-7E37-A98D-102885B7F463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C1E8DDC5-0458-385D-A7E5-5E2309587989}"/>
                </a:ext>
              </a:extLst>
            </p:cNvPr>
            <p:cNvGrpSpPr/>
            <p:nvPr/>
          </p:nvGrpSpPr>
          <p:grpSpPr>
            <a:xfrm>
              <a:off x="6942386" y="2500861"/>
              <a:ext cx="1312172" cy="593961"/>
              <a:chOff x="3434080" y="2010976"/>
              <a:chExt cx="3153725" cy="1427549"/>
            </a:xfrm>
          </p:grpSpPr>
          <p:sp>
            <p:nvSpPr>
              <p:cNvPr id="23" name="Равнобедренный треугольник 22">
                <a:extLst>
                  <a:ext uri="{FF2B5EF4-FFF2-40B4-BE49-F238E27FC236}">
                    <a16:creationId xmlns:a16="http://schemas.microsoft.com/office/drawing/2014/main" id="{A5E580C6-52A8-26D0-5BA9-FE469242DEAA}"/>
                  </a:ext>
                </a:extLst>
              </p:cNvPr>
              <p:cNvSpPr/>
              <p:nvPr/>
            </p:nvSpPr>
            <p:spPr>
              <a:xfrm>
                <a:off x="3434080" y="2011045"/>
                <a:ext cx="1655877" cy="1427480"/>
              </a:xfrm>
              <a:prstGeom prst="triangle">
                <a:avLst/>
              </a:prstGeom>
              <a:solidFill>
                <a:srgbClr val="5FC2FB"/>
              </a:solidFill>
              <a:ln>
                <a:solidFill>
                  <a:srgbClr val="5FC2F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Равнобедренный треугольник 23">
                <a:extLst>
                  <a:ext uri="{FF2B5EF4-FFF2-40B4-BE49-F238E27FC236}">
                    <a16:creationId xmlns:a16="http://schemas.microsoft.com/office/drawing/2014/main" id="{CFF7D6A3-5502-335F-5439-1CEC3F179BCF}"/>
                  </a:ext>
                </a:extLst>
              </p:cNvPr>
              <p:cNvSpPr/>
              <p:nvPr/>
            </p:nvSpPr>
            <p:spPr>
              <a:xfrm>
                <a:off x="4143095" y="2010976"/>
                <a:ext cx="1655877" cy="1427480"/>
              </a:xfrm>
              <a:prstGeom prst="triangle">
                <a:avLst/>
              </a:prstGeom>
              <a:solidFill>
                <a:srgbClr val="2BB3FD"/>
              </a:solidFill>
              <a:ln>
                <a:solidFill>
                  <a:srgbClr val="2AB4F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5" name="Равнобедренный треугольник 24">
                <a:extLst>
                  <a:ext uri="{FF2B5EF4-FFF2-40B4-BE49-F238E27FC236}">
                    <a16:creationId xmlns:a16="http://schemas.microsoft.com/office/drawing/2014/main" id="{CCCBA4FB-DF57-215A-8187-644DBDAC3E19}"/>
                  </a:ext>
                </a:extLst>
              </p:cNvPr>
              <p:cNvSpPr/>
              <p:nvPr/>
            </p:nvSpPr>
            <p:spPr>
              <a:xfrm>
                <a:off x="4931928" y="2010976"/>
                <a:ext cx="1655877" cy="1427480"/>
              </a:xfrm>
              <a:prstGeom prst="triangle">
                <a:avLst/>
              </a:prstGeom>
              <a:solidFill>
                <a:srgbClr val="02A3FD"/>
              </a:solidFill>
              <a:ln>
                <a:solidFill>
                  <a:srgbClr val="01A2F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D0708180-CA25-7B95-FD0C-5CF21A8AECAE}"/>
              </a:ext>
            </a:extLst>
          </p:cNvPr>
          <p:cNvGrpSpPr/>
          <p:nvPr/>
        </p:nvGrpSpPr>
        <p:grpSpPr>
          <a:xfrm>
            <a:off x="3893791" y="7035060"/>
            <a:ext cx="4644494" cy="5334614"/>
            <a:chOff x="3893791" y="645830"/>
            <a:chExt cx="4644494" cy="5334614"/>
          </a:xfrm>
        </p:grpSpPr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42B3183B-7C71-680B-4D8F-C2198B1CE178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E8C9212-102B-9F73-833E-C43E92ED7FE7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393CEE56-B5F3-2B0C-50D8-121B2E16B671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1" name="Рисунок 90" descr="Изображение выглядит как черный, темнота&#10;&#10;Автоматически созданное описание">
              <a:hlinkClick r:id="rId24" action="ppaction://hlinksldjump"/>
              <a:extLst>
                <a:ext uri="{FF2B5EF4-FFF2-40B4-BE49-F238E27FC236}">
                  <a16:creationId xmlns:a16="http://schemas.microsoft.com/office/drawing/2014/main" id="{F94CD411-0435-DE09-04DA-A9BC59404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362F10C-B92E-6659-6EDF-78194D0C77E2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93" name="Прямоугольник: скругленные углы 92">
              <a:extLst>
                <a:ext uri="{FF2B5EF4-FFF2-40B4-BE49-F238E27FC236}">
                  <a16:creationId xmlns:a16="http://schemas.microsoft.com/office/drawing/2014/main" id="{D46AD2C6-5BC9-6715-EA97-D433E1CB769B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4" name="Рисунок 93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C934B8B5-BAA2-1F0B-F0B5-EA5A6DF58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95" name="Прямоугольник: скругленные углы 94">
              <a:extLst>
                <a:ext uri="{FF2B5EF4-FFF2-40B4-BE49-F238E27FC236}">
                  <a16:creationId xmlns:a16="http://schemas.microsoft.com/office/drawing/2014/main" id="{97A55BF2-AA4D-88E5-4EF8-EA4B836D7F9A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6" name="Рисунок 95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A1223256-2A96-DC3F-8415-A1D38C935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97" name="Прямоугольник: скругленные углы 96">
              <a:extLst>
                <a:ext uri="{FF2B5EF4-FFF2-40B4-BE49-F238E27FC236}">
                  <a16:creationId xmlns:a16="http://schemas.microsoft.com/office/drawing/2014/main" id="{B9E658EC-3342-257A-F15B-B54999940663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8" name="Рисунок 97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39426497-24D2-F925-32C7-111A82FB8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99" name="Рисунок 98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AAD2BAFE-0D2F-8FEB-AE6C-BEBE2FD6E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9252665-616B-AE0E-31BF-EC02EDAC8A43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01" name="Прямоугольник: скругленные углы 100">
              <a:extLst>
                <a:ext uri="{FF2B5EF4-FFF2-40B4-BE49-F238E27FC236}">
                  <a16:creationId xmlns:a16="http://schemas.microsoft.com/office/drawing/2014/main" id="{09AB4393-F876-63A5-2091-3B583DCBD87A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2" name="Рисунок 101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8D8DB15D-8EB0-DB24-1E7F-E9EB9188B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103" name="Рисунок 102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8FC7D643-6390-2716-6D97-F3CEB1FA7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104" name="Прямоугольник: скругленные углы 103">
              <a:extLst>
                <a:ext uri="{FF2B5EF4-FFF2-40B4-BE49-F238E27FC236}">
                  <a16:creationId xmlns:a16="http://schemas.microsoft.com/office/drawing/2014/main" id="{9049059F-0B3B-7FB8-726D-FD694FF7D4AF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5" name="Рисунок 104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7985F828-8EE0-3079-AF21-DB6E9AC83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106" name="Прямоугольник: скругленные углы 105">
              <a:extLst>
                <a:ext uri="{FF2B5EF4-FFF2-40B4-BE49-F238E27FC236}">
                  <a16:creationId xmlns:a16="http://schemas.microsoft.com/office/drawing/2014/main" id="{FD1AB96A-F06A-CFBD-43C7-396BD9654007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7" name="Рисунок 106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0DFEB0D7-9568-7C84-98C3-90AF714A2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108" name="Прямоугольник: скругленные углы 107">
              <a:extLst>
                <a:ext uri="{FF2B5EF4-FFF2-40B4-BE49-F238E27FC236}">
                  <a16:creationId xmlns:a16="http://schemas.microsoft.com/office/drawing/2014/main" id="{BFD5B357-79D5-A526-D66F-646560548CD3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9" name="Прямоугольник: скругленные углы 108">
              <a:extLst>
                <a:ext uri="{FF2B5EF4-FFF2-40B4-BE49-F238E27FC236}">
                  <a16:creationId xmlns:a16="http://schemas.microsoft.com/office/drawing/2014/main" id="{6FE65B6C-E4D5-DBB3-0F4B-1163583E6134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10" name="Рисунок 109" descr="Изображение выглядит как снимок экрана, Прямоугольник, Цвет электрик, линия&#10;&#10;Автоматически созданное описание">
              <a:hlinkClick r:id="rId9" action="ppaction://hlinksldjump"/>
              <a:extLst>
                <a:ext uri="{FF2B5EF4-FFF2-40B4-BE49-F238E27FC236}">
                  <a16:creationId xmlns:a16="http://schemas.microsoft.com/office/drawing/2014/main" id="{5C39BDE7-9917-AE4F-C17C-C8D46FD5D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111" name="Рисунок 110" descr="Изображение выглядит как круг, Графика, снимок экрана, дизайн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81B37C5A-ACDB-C63B-2308-E4C463421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04498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649AAE40-66CE-42EF-C1DF-B508366B3FE7}"/>
              </a:ext>
            </a:extLst>
          </p:cNvPr>
          <p:cNvGrpSpPr/>
          <p:nvPr/>
        </p:nvGrpSpPr>
        <p:grpSpPr>
          <a:xfrm>
            <a:off x="2657862" y="1202551"/>
            <a:ext cx="7705357" cy="4144123"/>
            <a:chOff x="2657862" y="1202551"/>
            <a:chExt cx="7705357" cy="4144123"/>
          </a:xfrm>
        </p:grpSpPr>
        <p:sp>
          <p:nvSpPr>
            <p:cNvPr id="2" name="Прямоугольник: скругленные углы 1">
              <a:extLst>
                <a:ext uri="{FF2B5EF4-FFF2-40B4-BE49-F238E27FC236}">
                  <a16:creationId xmlns:a16="http://schemas.microsoft.com/office/drawing/2014/main" id="{A46192B6-5487-E466-9726-37DA95BADFC0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D6F53B15-1F36-DE95-5692-E0D35389F768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90AD4EB9-E1C7-4F49-214E-A23FD17F84C2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18215924-A39F-7F19-BD63-9EFDCF780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5555131A-3312-A5C7-CF71-536A4EE72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B92F9E-8012-236C-D315-05CCB4C144C0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D089CD7-1D44-5AEB-BDCF-F54622E7128B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38" name="Овал 37">
              <a:hlinkClick r:id="rId5" action="ppaction://hlinksldjump"/>
              <a:extLst>
                <a:ext uri="{FF2B5EF4-FFF2-40B4-BE49-F238E27FC236}">
                  <a16:creationId xmlns:a16="http://schemas.microsoft.com/office/drawing/2014/main" id="{54C6FCBD-A18A-1805-37A0-9FE457682F98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42ABD645-34EE-CEE5-0F84-ECC6D8A2C9BB}"/>
                </a:ext>
              </a:extLst>
            </p:cNvPr>
            <p:cNvGrpSpPr/>
            <p:nvPr/>
          </p:nvGrpSpPr>
          <p:grpSpPr>
            <a:xfrm>
              <a:off x="6542487" y="2047006"/>
              <a:ext cx="1770528" cy="1016690"/>
              <a:chOff x="6320610" y="2181170"/>
              <a:chExt cx="1770528" cy="1016690"/>
            </a:xfrm>
          </p:grpSpPr>
          <p:pic>
            <p:nvPicPr>
              <p:cNvPr id="8" name="Рисунок 7">
                <a:extLst>
                  <a:ext uri="{FF2B5EF4-FFF2-40B4-BE49-F238E27FC236}">
                    <a16:creationId xmlns:a16="http://schemas.microsoft.com/office/drawing/2014/main" id="{D1CEA8DE-795D-DDA3-E0C4-C6EBAA6ADA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20610" y="2181170"/>
                <a:ext cx="1770528" cy="1016690"/>
              </a:xfrm>
              <a:prstGeom prst="rect">
                <a:avLst/>
              </a:prstGeom>
            </p:spPr>
          </p:pic>
          <p:pic>
            <p:nvPicPr>
              <p:cNvPr id="11" name="Рисунок 10" descr="Изображение выглядит как вода, Цвет морской волны, Бирюза, синий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481D4EF8-D8C3-1E4A-F6F3-F389C34E99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20"/>
              <a:stretch/>
            </p:blipFill>
            <p:spPr>
              <a:xfrm>
                <a:off x="6537067" y="2273171"/>
                <a:ext cx="1340235" cy="815469"/>
              </a:xfrm>
              <a:prstGeom prst="rect">
                <a:avLst/>
              </a:prstGeom>
            </p:spPr>
          </p:pic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4E9C64-6615-9A65-708D-CDD498298CBE}"/>
                </a:ext>
              </a:extLst>
            </p:cNvPr>
            <p:cNvSpPr txBox="1"/>
            <p:nvPr/>
          </p:nvSpPr>
          <p:spPr>
            <a:xfrm>
              <a:off x="6582987" y="3095566"/>
              <a:ext cx="17267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" pitchFamily="2" charset="0"/>
                </a:rPr>
                <a:t>No updates now</a:t>
              </a:r>
              <a:endParaRPr lang="ru-RU" sz="1400" dirty="0">
                <a:latin typeface="Montserrat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6324F44-ACE2-4FEC-3627-B1324C05EAE5}"/>
                </a:ext>
              </a:extLst>
            </p:cNvPr>
            <p:cNvSpPr txBox="1"/>
            <p:nvPr/>
          </p:nvSpPr>
          <p:spPr>
            <a:xfrm>
              <a:off x="7061432" y="3383282"/>
              <a:ext cx="6848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latin typeface="Montserrat Light" pitchFamily="2" charset="0"/>
                </a:rPr>
                <a:t>Bc</a:t>
              </a:r>
              <a:r>
                <a:rPr lang="en-US" sz="1000" dirty="0">
                  <a:latin typeface="Montserrat Light" pitchFamily="2" charset="0"/>
                </a:rPr>
                <a:t> Beta</a:t>
              </a:r>
              <a:endParaRPr lang="ru-RU" sz="1000" dirty="0">
                <a:latin typeface="Montserrat Light" pitchFamily="2" charset="0"/>
              </a:endParaRPr>
            </a:p>
          </p:txBody>
        </p: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8EF24ECC-41D8-DAA0-D7FD-86DFB564C0B5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40" name="Прямоугольник: скругленные углы 39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259BB351-1117-A9C0-5E81-2C0A8ECA4F6F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1" name="Рисунок 40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D670EC0B-5F65-A903-B6A3-BA403B86E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42" name="TextBox 41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80BAC991-EE7C-A183-73DD-E9CA705C7893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43" name="Группа 42">
              <a:extLst>
                <a:ext uri="{FF2B5EF4-FFF2-40B4-BE49-F238E27FC236}">
                  <a16:creationId xmlns:a16="http://schemas.microsoft.com/office/drawing/2014/main" id="{20593317-5EA0-30FD-5F6F-149A60A38129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44" name="Прямоугольник: скругленные углы 43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4865A70-894B-C31D-70FF-0FC493284A2F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5" name="Рисунок 4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52D92219-21B0-A221-D113-0096318A2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46" name="TextBox 45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05F7AA6-CE29-5142-780A-868F83B9B02B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992D4DDD-2461-06E6-496E-FC32C3082B02}"/>
              </a:ext>
            </a:extLst>
          </p:cNvPr>
          <p:cNvGrpSpPr/>
          <p:nvPr/>
        </p:nvGrpSpPr>
        <p:grpSpPr>
          <a:xfrm>
            <a:off x="4301994" y="6270275"/>
            <a:ext cx="3886065" cy="410392"/>
            <a:chOff x="3561215" y="6270275"/>
            <a:chExt cx="3886065" cy="410392"/>
          </a:xfrm>
        </p:grpSpPr>
        <p:sp>
          <p:nvSpPr>
            <p:cNvPr id="48" name="Прямоугольник: скругленные углы 47">
              <a:extLst>
                <a:ext uri="{FF2B5EF4-FFF2-40B4-BE49-F238E27FC236}">
                  <a16:creationId xmlns:a16="http://schemas.microsoft.com/office/drawing/2014/main" id="{7D7D2073-AA28-95E5-3C53-26675EA35B55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9" name="Рисунок 48" descr="Изображение выглядит как черный, темнота&#10;&#10;Автоматически созданное описание">
              <a:hlinkClick r:id="rId11" action="ppaction://hlinksldjump"/>
              <a:extLst>
                <a:ext uri="{FF2B5EF4-FFF2-40B4-BE49-F238E27FC236}">
                  <a16:creationId xmlns:a16="http://schemas.microsoft.com/office/drawing/2014/main" id="{834497E7-AE4D-5B0B-C6A1-E7E8BA11BE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FD5BDFD4-A188-2A0D-D820-1F6C2928220B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" name="Рисунок 50" descr="Изображение выглядит как черный, темнота&#10;&#10;Автоматически созданное описание">
              <a:hlinkClick r:id="rId13" action="ppaction://hlinksldjump"/>
              <a:extLst>
                <a:ext uri="{FF2B5EF4-FFF2-40B4-BE49-F238E27FC236}">
                  <a16:creationId xmlns:a16="http://schemas.microsoft.com/office/drawing/2014/main" id="{B167CA5A-7F43-8A1A-A336-1B322AD91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52" name="Рисунок 51" descr="Изображение выглядит как черный, темнота&#10;&#10;Автоматически созданное описание">
              <a:hlinkClick r:id="rId15" action="ppaction://hlinksldjump"/>
              <a:extLst>
                <a:ext uri="{FF2B5EF4-FFF2-40B4-BE49-F238E27FC236}">
                  <a16:creationId xmlns:a16="http://schemas.microsoft.com/office/drawing/2014/main" id="{AD2E25E7-FEB1-3605-9693-D1193B043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53" name="Рисунок 52" descr="Изображение выглядит как черный, темнота&#10;&#10;Автоматически созданное описание">
              <a:hlinkClick r:id="rId17" action="ppaction://hlinksldjump"/>
              <a:extLst>
                <a:ext uri="{FF2B5EF4-FFF2-40B4-BE49-F238E27FC236}">
                  <a16:creationId xmlns:a16="http://schemas.microsoft.com/office/drawing/2014/main" id="{F5E0009D-BF91-DEB6-17EE-03976FB11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54" name="Рисунок 5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D8FAC23-DC1F-3EE4-512B-953D3AD75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55" name="Рисунок 5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6177440F-8E49-F79D-4956-CA5407149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56" name="Рисунок 55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6909AFAC-3290-3010-5F2C-522257114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57" name="Прямая соединительная линия 56">
              <a:extLst>
                <a:ext uri="{FF2B5EF4-FFF2-40B4-BE49-F238E27FC236}">
                  <a16:creationId xmlns:a16="http://schemas.microsoft.com/office/drawing/2014/main" id="{F2706B5F-39E7-8C38-82BA-79A6573B9C97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Рисунок 57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21FFA741-D1D4-1D72-7EFE-62A515A2F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59" name="Рисунок 5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C9C894F9-0DBE-CCCE-7B71-73A9E37F6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60" name="Рисунок 5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217970-C36A-9273-32E9-B9FB4AA08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61" name="Прямая соединительная линия 60">
              <a:extLst>
                <a:ext uri="{FF2B5EF4-FFF2-40B4-BE49-F238E27FC236}">
                  <a16:creationId xmlns:a16="http://schemas.microsoft.com/office/drawing/2014/main" id="{C01B010B-3CC8-FB0E-2298-1EBCEC856FBD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0C8D870-6538-9569-4765-C364E1488CC1}"/>
              </a:ext>
            </a:extLst>
          </p:cNvPr>
          <p:cNvGrpSpPr/>
          <p:nvPr/>
        </p:nvGrpSpPr>
        <p:grpSpPr>
          <a:xfrm>
            <a:off x="2810262" y="-4375289"/>
            <a:ext cx="7705357" cy="4144123"/>
            <a:chOff x="2657862" y="1202551"/>
            <a:chExt cx="7705357" cy="4144123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3D20B148-F3CF-610D-A80D-407514357D8B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FEF664-A024-7788-7752-76032E693490}"/>
                </a:ext>
              </a:extLst>
            </p:cNvPr>
            <p:cNvSpPr txBox="1"/>
            <p:nvPr/>
          </p:nvSpPr>
          <p:spPr>
            <a:xfrm>
              <a:off x="3106237" y="177120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Montserrat" pitchFamily="2" charset="0"/>
                </a:rPr>
                <a:t>News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6" name="Овал 5">
              <a:hlinkClick r:id="rId5" action="ppaction://hlinksldjump"/>
              <a:extLst>
                <a:ext uri="{FF2B5EF4-FFF2-40B4-BE49-F238E27FC236}">
                  <a16:creationId xmlns:a16="http://schemas.microsoft.com/office/drawing/2014/main" id="{7290F907-5C08-0CAC-D699-EB1913F9B556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E31E09BE-338F-3DBF-099C-96E4548748D6}"/>
                </a:ext>
              </a:extLst>
            </p:cNvPr>
            <p:cNvSpPr/>
            <p:nvPr/>
          </p:nvSpPr>
          <p:spPr>
            <a:xfrm>
              <a:off x="6662463" y="2678179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8C7BEA-FA3C-39F4-51A1-1A414E3F6656}"/>
                </a:ext>
              </a:extLst>
            </p:cNvPr>
            <p:cNvSpPr txBox="1"/>
            <p:nvPr/>
          </p:nvSpPr>
          <p:spPr>
            <a:xfrm>
              <a:off x="6749749" y="2770197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9F271CA-0B30-CF94-28DA-0E4ABC531B0B}"/>
                </a:ext>
              </a:extLst>
            </p:cNvPr>
            <p:cNvSpPr txBox="1"/>
            <p:nvPr/>
          </p:nvSpPr>
          <p:spPr>
            <a:xfrm>
              <a:off x="6749749" y="2978100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D4859A32-8D91-5CC9-E5C1-A152068AD76A}"/>
                </a:ext>
              </a:extLst>
            </p:cNvPr>
            <p:cNvSpPr/>
            <p:nvPr/>
          </p:nvSpPr>
          <p:spPr>
            <a:xfrm>
              <a:off x="3367493" y="2686062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DFAEC23-9DAE-4FFE-1B92-17B0533483A3}"/>
                </a:ext>
              </a:extLst>
            </p:cNvPr>
            <p:cNvSpPr txBox="1"/>
            <p:nvPr/>
          </p:nvSpPr>
          <p:spPr>
            <a:xfrm>
              <a:off x="3450510" y="2750457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73B009-F993-DE27-8D61-AEA4636E2DF6}"/>
                </a:ext>
              </a:extLst>
            </p:cNvPr>
            <p:cNvSpPr txBox="1"/>
            <p:nvPr/>
          </p:nvSpPr>
          <p:spPr>
            <a:xfrm>
              <a:off x="3450510" y="2958360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E1A0D648-8C72-49CA-5750-76CD4E9C57FC}"/>
              </a:ext>
            </a:extLst>
          </p:cNvPr>
          <p:cNvGrpSpPr/>
          <p:nvPr/>
        </p:nvGrpSpPr>
        <p:grpSpPr>
          <a:xfrm>
            <a:off x="3893791" y="7081359"/>
            <a:ext cx="4644494" cy="5334614"/>
            <a:chOff x="3893791" y="645830"/>
            <a:chExt cx="4644494" cy="5334614"/>
          </a:xfrm>
        </p:grpSpPr>
        <p:sp>
          <p:nvSpPr>
            <p:cNvPr id="101" name="Прямоугольник: скругленные углы 100">
              <a:extLst>
                <a:ext uri="{FF2B5EF4-FFF2-40B4-BE49-F238E27FC236}">
                  <a16:creationId xmlns:a16="http://schemas.microsoft.com/office/drawing/2014/main" id="{63FF3A64-B94E-851C-7E98-FEC582EE812D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54CF2FC-80B7-7630-2166-7FD67136CADF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103" name="Прямоугольник: скругленные углы 102">
              <a:extLst>
                <a:ext uri="{FF2B5EF4-FFF2-40B4-BE49-F238E27FC236}">
                  <a16:creationId xmlns:a16="http://schemas.microsoft.com/office/drawing/2014/main" id="{05392037-C487-6F60-FF79-906F4A827046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4" name="Рисунок 103" descr="Изображение выглядит как черный, темнота&#10;&#10;Автоматически созданное описание">
              <a:hlinkClick r:id="rId25" action="ppaction://hlinksldjump"/>
              <a:extLst>
                <a:ext uri="{FF2B5EF4-FFF2-40B4-BE49-F238E27FC236}">
                  <a16:creationId xmlns:a16="http://schemas.microsoft.com/office/drawing/2014/main" id="{79E31BBE-D024-7527-7369-7B8691823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87EA10E-8BFB-A31D-413F-B36BFA156348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06" name="Прямоугольник: скругленные углы 105">
              <a:extLst>
                <a:ext uri="{FF2B5EF4-FFF2-40B4-BE49-F238E27FC236}">
                  <a16:creationId xmlns:a16="http://schemas.microsoft.com/office/drawing/2014/main" id="{BE47590F-E594-93F9-6E22-8D252E6E2BCF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7" name="Рисунок 106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A21BA872-7A88-5117-A007-400260D44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108" name="Прямоугольник: скругленные углы 107">
              <a:extLst>
                <a:ext uri="{FF2B5EF4-FFF2-40B4-BE49-F238E27FC236}">
                  <a16:creationId xmlns:a16="http://schemas.microsoft.com/office/drawing/2014/main" id="{BC2F7958-E673-0B89-F65C-0DB660D86015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9" name="Рисунок 108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89B49561-6735-8AA3-A996-8DF43C084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110" name="Прямоугольник: скругленные углы 109">
              <a:extLst>
                <a:ext uri="{FF2B5EF4-FFF2-40B4-BE49-F238E27FC236}">
                  <a16:creationId xmlns:a16="http://schemas.microsoft.com/office/drawing/2014/main" id="{FAE7FB97-D01D-D4AE-384F-46A7A7C9FEF2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11" name="Рисунок 110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37E952DB-EDEB-B9FA-C3BC-A3430FAB5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112" name="Рисунок 111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40AD5798-8D4E-95D7-BFC2-E3C4471E4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4013D0D-46CB-5760-B441-5F9C9C0469D8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14" name="Прямоугольник: скругленные углы 113">
              <a:extLst>
                <a:ext uri="{FF2B5EF4-FFF2-40B4-BE49-F238E27FC236}">
                  <a16:creationId xmlns:a16="http://schemas.microsoft.com/office/drawing/2014/main" id="{77F33C58-F8C9-3C46-1CDC-2048E7DC2363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15" name="Рисунок 114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DC506881-3F51-A1CB-9C0C-D3576E699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116" name="Рисунок 115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580F5B40-87B0-0019-F627-22A29A6D2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117" name="Прямоугольник: скругленные углы 116">
              <a:extLst>
                <a:ext uri="{FF2B5EF4-FFF2-40B4-BE49-F238E27FC236}">
                  <a16:creationId xmlns:a16="http://schemas.microsoft.com/office/drawing/2014/main" id="{76F3A53F-99ED-9772-8ED3-98D3E596E83C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18" name="Рисунок 117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2CF34458-D70F-A2B2-BBC0-4CF502EA5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119" name="Прямоугольник: скругленные углы 118">
              <a:extLst>
                <a:ext uri="{FF2B5EF4-FFF2-40B4-BE49-F238E27FC236}">
                  <a16:creationId xmlns:a16="http://schemas.microsoft.com/office/drawing/2014/main" id="{BDEBBA6B-E02F-F3E4-41E0-DE2FF7B6C645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0" name="Рисунок 119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E670B108-6EC9-063A-094D-D338A9D41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121" name="Прямоугольник: скругленные углы 120">
              <a:extLst>
                <a:ext uri="{FF2B5EF4-FFF2-40B4-BE49-F238E27FC236}">
                  <a16:creationId xmlns:a16="http://schemas.microsoft.com/office/drawing/2014/main" id="{EE2791AA-0951-14DA-FE9B-45C832482B2E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2" name="Прямоугольник: скругленные углы 121">
              <a:extLst>
                <a:ext uri="{FF2B5EF4-FFF2-40B4-BE49-F238E27FC236}">
                  <a16:creationId xmlns:a16="http://schemas.microsoft.com/office/drawing/2014/main" id="{5AAA05E0-D50E-32E9-10F5-203FDA228824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23" name="Рисунок 122" descr="Изображение выглядит как снимок экрана, Прямоугольник, Цвет электрик, линия&#10;&#10;Автоматически созданное описание">
              <a:hlinkClick r:id="rId17" action="ppaction://hlinksldjump"/>
              <a:extLst>
                <a:ext uri="{FF2B5EF4-FFF2-40B4-BE49-F238E27FC236}">
                  <a16:creationId xmlns:a16="http://schemas.microsoft.com/office/drawing/2014/main" id="{186295F0-F4BD-5037-E175-A1CAB033D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124" name="Рисунок 123" descr="Изображение выглядит как круг, Графика, снимок экрана, дизайн&#10;&#10;Автоматически созданное описание">
              <a:hlinkClick r:id="rId13" action="ppaction://hlinksldjump"/>
              <a:extLst>
                <a:ext uri="{FF2B5EF4-FFF2-40B4-BE49-F238E27FC236}">
                  <a16:creationId xmlns:a16="http://schemas.microsoft.com/office/drawing/2014/main" id="{EE03FE52-2518-99FD-970F-AAF3BDD9D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1901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301994" y="6270275"/>
            <a:ext cx="3886065" cy="410392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3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5F513DF0-54E3-5C67-7A34-B931DDFCAB1E}"/>
              </a:ext>
            </a:extLst>
          </p:cNvPr>
          <p:cNvGrpSpPr/>
          <p:nvPr/>
        </p:nvGrpSpPr>
        <p:grpSpPr>
          <a:xfrm>
            <a:off x="2657862" y="1202551"/>
            <a:ext cx="7705357" cy="4144123"/>
            <a:chOff x="2657862" y="1202551"/>
            <a:chExt cx="7705357" cy="4144123"/>
          </a:xfrm>
        </p:grpSpPr>
        <p:sp>
          <p:nvSpPr>
            <p:cNvPr id="3" name="Прямоугольник: скругленные углы 2">
              <a:extLst>
                <a:ext uri="{FF2B5EF4-FFF2-40B4-BE49-F238E27FC236}">
                  <a16:creationId xmlns:a16="http://schemas.microsoft.com/office/drawing/2014/main" id="{9CAC7B16-7EA7-6E45-2935-E3D32FC5D592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D39DE59-5C9A-1A02-D355-E2AEB07B0B18}"/>
                </a:ext>
              </a:extLst>
            </p:cNvPr>
            <p:cNvSpPr txBox="1"/>
            <p:nvPr/>
          </p:nvSpPr>
          <p:spPr>
            <a:xfrm>
              <a:off x="7327533" y="3089946"/>
              <a:ext cx="15103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No Email….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45" name="Прямоугольник: скругленные углы 44">
              <a:hlinkClick r:id="rId15" action="ppaction://hlinksldjump"/>
              <a:extLst>
                <a:ext uri="{FF2B5EF4-FFF2-40B4-BE49-F238E27FC236}">
                  <a16:creationId xmlns:a16="http://schemas.microsoft.com/office/drawing/2014/main" id="{8FF4E945-E370-B808-0FE0-A6244AC68F36}"/>
                </a:ext>
              </a:extLst>
            </p:cNvPr>
            <p:cNvSpPr/>
            <p:nvPr/>
          </p:nvSpPr>
          <p:spPr>
            <a:xfrm>
              <a:off x="2948870" y="340729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7" name="TextBox 46">
              <a:hlinkClick r:id="rId15" action="ppaction://hlinksldjump"/>
              <a:extLst>
                <a:ext uri="{FF2B5EF4-FFF2-40B4-BE49-F238E27FC236}">
                  <a16:creationId xmlns:a16="http://schemas.microsoft.com/office/drawing/2014/main" id="{65244C35-68A0-FECD-140D-8C30294963B4}"/>
                </a:ext>
              </a:extLst>
            </p:cNvPr>
            <p:cNvSpPr txBox="1"/>
            <p:nvPr/>
          </p:nvSpPr>
          <p:spPr>
            <a:xfrm>
              <a:off x="3408269" y="3561142"/>
              <a:ext cx="1016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iMessage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42" name="Прямоугольник: скругленные углы 41">
              <a:hlinkClick r:id="rId16" action="ppaction://hlinksldjump"/>
              <a:extLst>
                <a:ext uri="{FF2B5EF4-FFF2-40B4-BE49-F238E27FC236}">
                  <a16:creationId xmlns:a16="http://schemas.microsoft.com/office/drawing/2014/main" id="{7C5D2EEA-7355-81C6-8F78-0D613F9883A9}"/>
                </a:ext>
              </a:extLst>
            </p:cNvPr>
            <p:cNvSpPr/>
            <p:nvPr/>
          </p:nvSpPr>
          <p:spPr>
            <a:xfrm>
              <a:off x="2948870" y="260429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4" name="TextBox 43">
              <a:hlinkClick r:id="rId16" action="ppaction://hlinksldjump"/>
              <a:extLst>
                <a:ext uri="{FF2B5EF4-FFF2-40B4-BE49-F238E27FC236}">
                  <a16:creationId xmlns:a16="http://schemas.microsoft.com/office/drawing/2014/main" id="{956655D8-B99B-1D50-3797-D1DFBDB07057}"/>
                </a:ext>
              </a:extLst>
            </p:cNvPr>
            <p:cNvSpPr txBox="1"/>
            <p:nvPr/>
          </p:nvSpPr>
          <p:spPr>
            <a:xfrm>
              <a:off x="3473373" y="2741814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Mail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18" name="Овал 17">
              <a:hlinkClick r:id="rId17" action="ppaction://hlinksldjump"/>
              <a:extLst>
                <a:ext uri="{FF2B5EF4-FFF2-40B4-BE49-F238E27FC236}">
                  <a16:creationId xmlns:a16="http://schemas.microsoft.com/office/drawing/2014/main" id="{FA86F249-F4FA-CA98-1319-26EFDD606DAE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9" name="Рисунок 4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A94ABF94-A6D7-0E2D-D799-5B305C225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7691" y="2783675"/>
              <a:ext cx="228170" cy="228170"/>
            </a:xfrm>
            <a:prstGeom prst="rect">
              <a:avLst/>
            </a:prstGeom>
          </p:spPr>
        </p:pic>
        <p:pic>
          <p:nvPicPr>
            <p:cNvPr id="51" name="Рисунок 50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82EB9768-215A-EFC3-60C2-413ED6437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768" y="3597825"/>
              <a:ext cx="222115" cy="222115"/>
            </a:xfrm>
            <a:prstGeom prst="rect">
              <a:avLst/>
            </a:prstGeom>
          </p:spPr>
        </p:pic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E0D243D-B850-0D8B-3D54-4754F7106D51}"/>
              </a:ext>
            </a:extLst>
          </p:cNvPr>
          <p:cNvGrpSpPr/>
          <p:nvPr/>
        </p:nvGrpSpPr>
        <p:grpSpPr>
          <a:xfrm>
            <a:off x="2810262" y="-4527689"/>
            <a:ext cx="7705357" cy="4144123"/>
            <a:chOff x="2657862" y="1202551"/>
            <a:chExt cx="7705357" cy="4144123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CC3E6312-34CA-921A-6A20-BC8A9D5B69BD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9606665-2C48-DDE9-E026-98414A34489A}"/>
                </a:ext>
              </a:extLst>
            </p:cNvPr>
            <p:cNvSpPr txBox="1"/>
            <p:nvPr/>
          </p:nvSpPr>
          <p:spPr>
            <a:xfrm>
              <a:off x="3106237" y="177120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Montserrat" pitchFamily="2" charset="0"/>
                </a:rPr>
                <a:t>News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8" name="Овал 7">
              <a:hlinkClick r:id="rId17" action="ppaction://hlinksldjump"/>
              <a:extLst>
                <a:ext uri="{FF2B5EF4-FFF2-40B4-BE49-F238E27FC236}">
                  <a16:creationId xmlns:a16="http://schemas.microsoft.com/office/drawing/2014/main" id="{1B2C0165-89E5-1A02-BCCD-30F564CFFBD6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A2DCD1C1-F7B1-A81C-62AB-248390AE6507}"/>
                </a:ext>
              </a:extLst>
            </p:cNvPr>
            <p:cNvSpPr/>
            <p:nvPr/>
          </p:nvSpPr>
          <p:spPr>
            <a:xfrm>
              <a:off x="6662463" y="2678179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86584E-F336-E200-5101-68162A993EC0}"/>
                </a:ext>
              </a:extLst>
            </p:cNvPr>
            <p:cNvSpPr txBox="1"/>
            <p:nvPr/>
          </p:nvSpPr>
          <p:spPr>
            <a:xfrm>
              <a:off x="6749749" y="2770197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4FA8F3-873E-D0E6-5081-8D642D12E98F}"/>
                </a:ext>
              </a:extLst>
            </p:cNvPr>
            <p:cNvSpPr txBox="1"/>
            <p:nvPr/>
          </p:nvSpPr>
          <p:spPr>
            <a:xfrm>
              <a:off x="6749749" y="2978100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D98C6ADE-7139-7224-9D6F-282F212AD050}"/>
                </a:ext>
              </a:extLst>
            </p:cNvPr>
            <p:cNvSpPr/>
            <p:nvPr/>
          </p:nvSpPr>
          <p:spPr>
            <a:xfrm>
              <a:off x="3367493" y="2686062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4CA3AF-592A-F858-D3A7-DE6070543B02}"/>
                </a:ext>
              </a:extLst>
            </p:cNvPr>
            <p:cNvSpPr txBox="1"/>
            <p:nvPr/>
          </p:nvSpPr>
          <p:spPr>
            <a:xfrm>
              <a:off x="3450510" y="2750457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53E5DC1-5746-4A9F-8ED1-BD4CDBBBFFE7}"/>
                </a:ext>
              </a:extLst>
            </p:cNvPr>
            <p:cNvSpPr txBox="1"/>
            <p:nvPr/>
          </p:nvSpPr>
          <p:spPr>
            <a:xfrm>
              <a:off x="3450510" y="2958360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D610F49F-8E2C-3246-344A-733DAFE4130C}"/>
              </a:ext>
            </a:extLst>
          </p:cNvPr>
          <p:cNvGrpSpPr/>
          <p:nvPr/>
        </p:nvGrpSpPr>
        <p:grpSpPr>
          <a:xfrm>
            <a:off x="3893791" y="7312853"/>
            <a:ext cx="4644494" cy="5334614"/>
            <a:chOff x="3893791" y="645830"/>
            <a:chExt cx="4644494" cy="5334614"/>
          </a:xfrm>
        </p:grpSpPr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CAC133CD-6519-B4BC-1E56-4EAD60BD1ABF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2B6ADE3-A408-7C2F-EDAE-53BB824C5709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72" name="Прямоугольник: скругленные углы 71">
              <a:extLst>
                <a:ext uri="{FF2B5EF4-FFF2-40B4-BE49-F238E27FC236}">
                  <a16:creationId xmlns:a16="http://schemas.microsoft.com/office/drawing/2014/main" id="{9B602728-0B67-F099-EC93-53FA5995C7F9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3" name="Рисунок 72" descr="Изображение выглядит как черный, темнота&#10;&#10;Автоматически созданное описание">
              <a:hlinkClick r:id="rId20" action="ppaction://hlinksldjump"/>
              <a:extLst>
                <a:ext uri="{FF2B5EF4-FFF2-40B4-BE49-F238E27FC236}">
                  <a16:creationId xmlns:a16="http://schemas.microsoft.com/office/drawing/2014/main" id="{423C349D-55FE-CADF-797D-4C734F758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C1EBF37-EEED-C811-0AFB-B494C3DB655B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75" name="Прямоугольник: скругленные углы 74">
              <a:extLst>
                <a:ext uri="{FF2B5EF4-FFF2-40B4-BE49-F238E27FC236}">
                  <a16:creationId xmlns:a16="http://schemas.microsoft.com/office/drawing/2014/main" id="{6FDBEE0C-2A69-4099-84EF-57DD90DFFC9E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6" name="Рисунок 75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17FDAB99-F6A3-5951-7EFD-E9865567A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369694E1-F3A5-55DC-CEC5-BBF50EC49294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8" name="Рисунок 77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74DEE7A7-DDAD-0D84-55DE-0F8B5C806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B5FE58AB-104C-31C4-DD8C-AD4E16BE0743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0" name="Рисунок 79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CD5D8316-43AC-13F5-58A4-681DF30BC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81" name="Рисунок 80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4E1450A2-D9F9-88E5-ECDC-1B5F12307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03C2EA7-7B0C-A27A-C5B3-11376D69FB4E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83" name="Прямоугольник: скругленные углы 82">
              <a:extLst>
                <a:ext uri="{FF2B5EF4-FFF2-40B4-BE49-F238E27FC236}">
                  <a16:creationId xmlns:a16="http://schemas.microsoft.com/office/drawing/2014/main" id="{4D1526E5-CE45-0C9A-3B30-EA0F622819B6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4" name="Рисунок 83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224B50BB-25D6-89EF-F3B8-44A1800B2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85" name="Рисунок 84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B7A7BCE6-4C5E-A9A9-FE95-D0CD10C09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8771F8DB-B5E5-BAEE-8DF1-239FD8B78D68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7" name="Рисунок 86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8E447BA0-FA53-EB30-7720-864DE8367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B3A9C6B5-9B33-0219-74A9-554468D12A44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9" name="Рисунок 88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BAE7BA05-10AD-BA0C-72A5-1C7EA209A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90" name="Прямоугольник: скругленные углы 89">
              <a:extLst>
                <a:ext uri="{FF2B5EF4-FFF2-40B4-BE49-F238E27FC236}">
                  <a16:creationId xmlns:a16="http://schemas.microsoft.com/office/drawing/2014/main" id="{3D2D892A-6806-1882-E048-579518D18006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1" name="Прямоугольник: скругленные углы 90">
              <a:extLst>
                <a:ext uri="{FF2B5EF4-FFF2-40B4-BE49-F238E27FC236}">
                  <a16:creationId xmlns:a16="http://schemas.microsoft.com/office/drawing/2014/main" id="{337A5311-64A0-1388-38B4-766B225B8010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2" name="Рисунок 91" descr="Изображение выглядит как снимок экрана, Прямоугольник, Цвет электрик, линия&#10;&#10;Автоматически созданное описание">
              <a:hlinkClick r:id="rId30" action="ppaction://hlinksldjump"/>
              <a:extLst>
                <a:ext uri="{FF2B5EF4-FFF2-40B4-BE49-F238E27FC236}">
                  <a16:creationId xmlns:a16="http://schemas.microsoft.com/office/drawing/2014/main" id="{FEDB0986-9B81-700C-6604-1C47424BF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93" name="Рисунок 92" descr="Изображение выглядит как круг, Графика, снимок экрана, дизайн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BC23B0F2-7A5B-0303-BCEF-6D92B2A1E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7428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вода, Цвет морской волны, Бирюза, синий&#10;&#10;Автоматически созданное описание">
            <a:extLst>
              <a:ext uri="{FF2B5EF4-FFF2-40B4-BE49-F238E27FC236}">
                <a16:creationId xmlns:a16="http://schemas.microsoft.com/office/drawing/2014/main" id="{A665A490-DDE5-61E4-B346-B46EAD6E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" y="0"/>
            <a:ext cx="12187807" cy="6858000"/>
          </a:xfrm>
          <a:prstGeom prst="rect">
            <a:avLst/>
          </a:prstGeom>
        </p:spPr>
      </p:pic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E2332FBB-39B1-878A-D57C-3DD10F9001F5}"/>
              </a:ext>
            </a:extLst>
          </p:cNvPr>
          <p:cNvGrpSpPr/>
          <p:nvPr/>
        </p:nvGrpSpPr>
        <p:grpSpPr>
          <a:xfrm>
            <a:off x="4301994" y="6270275"/>
            <a:ext cx="3886065" cy="410392"/>
            <a:chOff x="3561215" y="6270275"/>
            <a:chExt cx="3886065" cy="410392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406DC886-F92F-D170-8CD0-22630E11661A}"/>
                </a:ext>
              </a:extLst>
            </p:cNvPr>
            <p:cNvSpPr/>
            <p:nvPr/>
          </p:nvSpPr>
          <p:spPr>
            <a:xfrm>
              <a:off x="3561215" y="6270275"/>
              <a:ext cx="3886065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 descr="Изображение выглядит как черный, темнота&#10;&#10;Автоматически созданное описание">
              <a:hlinkClick r:id="rId3" action="ppaction://hlinksldjump"/>
              <a:extLst>
                <a:ext uri="{FF2B5EF4-FFF2-40B4-BE49-F238E27FC236}">
                  <a16:creationId xmlns:a16="http://schemas.microsoft.com/office/drawing/2014/main" id="{2D2C4B08-F81A-B482-AB78-7FA39762E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0943" y="6343489"/>
              <a:ext cx="255897" cy="255897"/>
            </a:xfrm>
            <a:prstGeom prst="rect">
              <a:avLst/>
            </a:prstGeom>
          </p:spPr>
        </p:pic>
        <p:cxnSp>
          <p:nvCxnSpPr>
            <p:cNvPr id="15" name="Прямая соединительная линия 14">
              <a:extLst>
                <a:ext uri="{FF2B5EF4-FFF2-40B4-BE49-F238E27FC236}">
                  <a16:creationId xmlns:a16="http://schemas.microsoft.com/office/drawing/2014/main" id="{45E22671-B7BE-28A0-39EE-F03039388988}"/>
                </a:ext>
              </a:extLst>
            </p:cNvPr>
            <p:cNvCxnSpPr/>
            <p:nvPr/>
          </p:nvCxnSpPr>
          <p:spPr>
            <a:xfrm>
              <a:off x="40462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Рисунок 16" descr="Изображение выглядит как черный, темнота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5E0A071C-9DC4-7C9D-F3F6-3E426869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6067" y="6339679"/>
              <a:ext cx="255897" cy="255897"/>
            </a:xfrm>
            <a:prstGeom prst="rect">
              <a:avLst/>
            </a:prstGeom>
          </p:spPr>
        </p:pic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2414DFBE-59DC-48AF-4F14-99F0A459E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5601" y="6343489"/>
              <a:ext cx="255896" cy="255896"/>
            </a:xfrm>
            <a:prstGeom prst="rect">
              <a:avLst/>
            </a:prstGeom>
          </p:spPr>
        </p:pic>
        <p:pic>
          <p:nvPicPr>
            <p:cNvPr id="21" name="Рисунок 20" descr="Изображение выглядит как черный, темнота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C5845A61-71D1-FB5F-48A9-D61370666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8497" y="6343489"/>
              <a:ext cx="255897" cy="255897"/>
            </a:xfrm>
            <a:prstGeom prst="rect">
              <a:avLst/>
            </a:prstGeom>
          </p:spPr>
        </p:pic>
        <p:pic>
          <p:nvPicPr>
            <p:cNvPr id="23" name="Рисунок 22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FC76CC7-75A1-AFDB-E3C2-844CECB8D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4268" y="6339679"/>
              <a:ext cx="255897" cy="255897"/>
            </a:xfrm>
            <a:prstGeom prst="rect">
              <a:avLst/>
            </a:prstGeom>
          </p:spPr>
        </p:pic>
        <p:pic>
          <p:nvPicPr>
            <p:cNvPr id="25" name="Рисунок 2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3B23E5A-C84C-B52B-E563-F91E01C6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0544" y="6388134"/>
              <a:ext cx="189498" cy="189498"/>
            </a:xfrm>
            <a:prstGeom prst="rect">
              <a:avLst/>
            </a:prstGeom>
          </p:spPr>
        </p:pic>
        <p:pic>
          <p:nvPicPr>
            <p:cNvPr id="27" name="Рисунок 2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1C5E7953-E733-FFBD-8FB8-6126242F4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6523" y="6374819"/>
              <a:ext cx="201304" cy="201304"/>
            </a:xfrm>
            <a:prstGeom prst="rect">
              <a:avLst/>
            </a:prstGeom>
          </p:spPr>
        </p:pic>
        <p:cxnSp>
          <p:nvCxnSpPr>
            <p:cNvPr id="28" name="Прямая соединительная линия 27">
              <a:extLst>
                <a:ext uri="{FF2B5EF4-FFF2-40B4-BE49-F238E27FC236}">
                  <a16:creationId xmlns:a16="http://schemas.microsoft.com/office/drawing/2014/main" id="{9AA17FE1-7213-C28F-0B51-6C4A1DE1EBF9}"/>
                </a:ext>
              </a:extLst>
            </p:cNvPr>
            <p:cNvCxnSpPr/>
            <p:nvPr/>
          </p:nvCxnSpPr>
          <p:spPr>
            <a:xfrm>
              <a:off x="565785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Рисунок 2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DAADBBF7-96BE-E77E-E0D9-3650A85E2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9762" y="6366584"/>
              <a:ext cx="223085" cy="223085"/>
            </a:xfrm>
            <a:prstGeom prst="rect">
              <a:avLst/>
            </a:prstGeom>
          </p:spPr>
        </p:pic>
        <p:pic>
          <p:nvPicPr>
            <p:cNvPr id="32" name="Рисунок 31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E00E78AA-C6D7-199D-49D5-E90B6622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9043" y="6356084"/>
              <a:ext cx="223085" cy="223085"/>
            </a:xfrm>
            <a:prstGeom prst="rect">
              <a:avLst/>
            </a:prstGeom>
          </p:spPr>
        </p:pic>
        <p:pic>
          <p:nvPicPr>
            <p:cNvPr id="34" name="Рисунок 33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42DAA68-7D08-50DD-4F86-709D60656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5212" y="6354547"/>
              <a:ext cx="223085" cy="223085"/>
            </a:xfrm>
            <a:prstGeom prst="rect">
              <a:avLst/>
            </a:prstGeom>
          </p:spPr>
        </p:pic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E9C2E96F-2E61-3133-35A9-BAFCF57DA58F}"/>
                </a:ext>
              </a:extLst>
            </p:cNvPr>
            <p:cNvCxnSpPr/>
            <p:nvPr/>
          </p:nvCxnSpPr>
          <p:spPr>
            <a:xfrm>
              <a:off x="6789420" y="6400800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936B92CF-9D05-9577-7D81-FF34496596C9}"/>
              </a:ext>
            </a:extLst>
          </p:cNvPr>
          <p:cNvGrpSpPr/>
          <p:nvPr/>
        </p:nvGrpSpPr>
        <p:grpSpPr>
          <a:xfrm>
            <a:off x="2657862" y="1202551"/>
            <a:ext cx="7705357" cy="4144123"/>
            <a:chOff x="2657862" y="1202551"/>
            <a:chExt cx="7705357" cy="4144123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C90F82AB-B2B7-7F50-6176-E08B83236D00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B8D5DF4-0DDF-4752-2C53-6DCAACBF1FDC}"/>
                </a:ext>
              </a:extLst>
            </p:cNvPr>
            <p:cNvSpPr txBox="1"/>
            <p:nvPr/>
          </p:nvSpPr>
          <p:spPr>
            <a:xfrm>
              <a:off x="3106237" y="177120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Montserrat" pitchFamily="2" charset="0"/>
                </a:rPr>
                <a:t>News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2" name="Овал 11">
              <a:hlinkClick r:id="rId16" action="ppaction://hlinksldjump"/>
              <a:extLst>
                <a:ext uri="{FF2B5EF4-FFF2-40B4-BE49-F238E27FC236}">
                  <a16:creationId xmlns:a16="http://schemas.microsoft.com/office/drawing/2014/main" id="{62B88C77-8A34-48A3-5487-B01CB665CC9D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: скругленные углы 17">
              <a:extLst>
                <a:ext uri="{FF2B5EF4-FFF2-40B4-BE49-F238E27FC236}">
                  <a16:creationId xmlns:a16="http://schemas.microsoft.com/office/drawing/2014/main" id="{5C5048B9-1D41-5DB6-3AD2-925E1B1187B8}"/>
                </a:ext>
              </a:extLst>
            </p:cNvPr>
            <p:cNvSpPr/>
            <p:nvPr/>
          </p:nvSpPr>
          <p:spPr>
            <a:xfrm>
              <a:off x="6662463" y="2678179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38465FF-8666-B8B1-04E6-BE9835CC886F}"/>
                </a:ext>
              </a:extLst>
            </p:cNvPr>
            <p:cNvSpPr txBox="1"/>
            <p:nvPr/>
          </p:nvSpPr>
          <p:spPr>
            <a:xfrm>
              <a:off x="6749749" y="2770197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5CA1A5E-C896-D1E0-ECE9-488039D39049}"/>
                </a:ext>
              </a:extLst>
            </p:cNvPr>
            <p:cNvSpPr txBox="1"/>
            <p:nvPr/>
          </p:nvSpPr>
          <p:spPr>
            <a:xfrm>
              <a:off x="6749749" y="2978100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44" name="Прямоугольник: скругленные углы 43">
              <a:extLst>
                <a:ext uri="{FF2B5EF4-FFF2-40B4-BE49-F238E27FC236}">
                  <a16:creationId xmlns:a16="http://schemas.microsoft.com/office/drawing/2014/main" id="{821B5790-761B-7902-3FEC-B92430E072C8}"/>
                </a:ext>
              </a:extLst>
            </p:cNvPr>
            <p:cNvSpPr/>
            <p:nvPr/>
          </p:nvSpPr>
          <p:spPr>
            <a:xfrm>
              <a:off x="3367493" y="2686062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7460B3E-7CCF-4A19-7294-5AA8116C2579}"/>
                </a:ext>
              </a:extLst>
            </p:cNvPr>
            <p:cNvSpPr txBox="1"/>
            <p:nvPr/>
          </p:nvSpPr>
          <p:spPr>
            <a:xfrm>
              <a:off x="3450510" y="2750457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36CF4DE-8C4F-2344-3008-71B12A045774}"/>
                </a:ext>
              </a:extLst>
            </p:cNvPr>
            <p:cNvSpPr txBox="1"/>
            <p:nvPr/>
          </p:nvSpPr>
          <p:spPr>
            <a:xfrm>
              <a:off x="3450510" y="2958360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0B373E1A-AE2D-2FF3-44D7-E74CBB7C1227}"/>
              </a:ext>
            </a:extLst>
          </p:cNvPr>
          <p:cNvGrpSpPr/>
          <p:nvPr/>
        </p:nvGrpSpPr>
        <p:grpSpPr>
          <a:xfrm>
            <a:off x="3893791" y="7544347"/>
            <a:ext cx="4644494" cy="5334614"/>
            <a:chOff x="3893791" y="645830"/>
            <a:chExt cx="4644494" cy="5334614"/>
          </a:xfrm>
        </p:grpSpPr>
        <p:sp>
          <p:nvSpPr>
            <p:cNvPr id="68" name="Прямоугольник: скругленные углы 67">
              <a:extLst>
                <a:ext uri="{FF2B5EF4-FFF2-40B4-BE49-F238E27FC236}">
                  <a16:creationId xmlns:a16="http://schemas.microsoft.com/office/drawing/2014/main" id="{82D7889E-94D1-4B86-D8BD-F165FE59B3F4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B3EA240-2FDB-249A-9788-7FBD1CDA069B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70" name="Прямоугольник: скругленные углы 69">
              <a:extLst>
                <a:ext uri="{FF2B5EF4-FFF2-40B4-BE49-F238E27FC236}">
                  <a16:creationId xmlns:a16="http://schemas.microsoft.com/office/drawing/2014/main" id="{67F4F6E4-9DBD-5453-4B5D-5EE60F9BD371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1" name="Рисунок 70" descr="Изображение выглядит как черный, темнота&#10;&#10;Автоматически созданное описание">
              <a:hlinkClick r:id="rId17" action="ppaction://hlinksldjump"/>
              <a:extLst>
                <a:ext uri="{FF2B5EF4-FFF2-40B4-BE49-F238E27FC236}">
                  <a16:creationId xmlns:a16="http://schemas.microsoft.com/office/drawing/2014/main" id="{C0EC5AE5-6521-FC68-0637-A2C6FEC3D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3335FAD-E99C-A302-3306-DE83AC9838F5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73" name="Прямоугольник: скругленные углы 72">
              <a:extLst>
                <a:ext uri="{FF2B5EF4-FFF2-40B4-BE49-F238E27FC236}">
                  <a16:creationId xmlns:a16="http://schemas.microsoft.com/office/drawing/2014/main" id="{9BF4331D-EDF4-D761-BC6A-9F0D82C1BC30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4" name="Рисунок 73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3E9253C2-2B50-F7ED-3545-AA5BED2FB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75" name="Прямоугольник: скругленные углы 74">
              <a:extLst>
                <a:ext uri="{FF2B5EF4-FFF2-40B4-BE49-F238E27FC236}">
                  <a16:creationId xmlns:a16="http://schemas.microsoft.com/office/drawing/2014/main" id="{CCEF99C1-4754-5F16-4C26-CF8D58F930DE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6" name="Рисунок 75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4A9C4D8A-BD25-43BC-E905-B0881A962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000A72E5-4B78-3A3E-667B-D64A053AC360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8" name="Рисунок 77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C02FDA3C-935A-BA1D-9A5B-4794E85DB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79" name="Рисунок 78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951FD7CB-F524-E027-51F8-CC78F7966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F40A4CA-11D8-5933-F89B-A377860B7BB0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81" name="Прямоугольник: скругленные углы 80">
              <a:extLst>
                <a:ext uri="{FF2B5EF4-FFF2-40B4-BE49-F238E27FC236}">
                  <a16:creationId xmlns:a16="http://schemas.microsoft.com/office/drawing/2014/main" id="{9FCE2845-C404-8097-099C-0F6D0351FAF0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2" name="Рисунок 81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744FF999-1439-E210-A4EB-9752EA7ED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83" name="Рисунок 82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3B078151-FD2E-B55A-80D7-D989E00C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84" name="Прямоугольник: скругленные углы 83">
              <a:extLst>
                <a:ext uri="{FF2B5EF4-FFF2-40B4-BE49-F238E27FC236}">
                  <a16:creationId xmlns:a16="http://schemas.microsoft.com/office/drawing/2014/main" id="{F3F2AC90-6297-918C-0BE8-FE6165524FD6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5" name="Рисунок 84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5799ECAA-5454-AC69-21CC-7DC037961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86" name="Прямоугольник: скругленные углы 85">
              <a:extLst>
                <a:ext uri="{FF2B5EF4-FFF2-40B4-BE49-F238E27FC236}">
                  <a16:creationId xmlns:a16="http://schemas.microsoft.com/office/drawing/2014/main" id="{4199DCA4-41C7-1BF7-BB54-9D23833A9635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7" name="Рисунок 86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DBAA5C57-4FE4-9997-E0B4-FB63F9360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88" name="Прямоугольник: скругленные углы 87">
              <a:extLst>
                <a:ext uri="{FF2B5EF4-FFF2-40B4-BE49-F238E27FC236}">
                  <a16:creationId xmlns:a16="http://schemas.microsoft.com/office/drawing/2014/main" id="{A397159A-7993-533E-F114-A6C9465F5AA1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9" name="Прямоугольник: скругленные углы 88">
              <a:extLst>
                <a:ext uri="{FF2B5EF4-FFF2-40B4-BE49-F238E27FC236}">
                  <a16:creationId xmlns:a16="http://schemas.microsoft.com/office/drawing/2014/main" id="{8EA82EB6-E6BB-D05E-C401-A9DF1814858B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90" name="Рисунок 89" descr="Изображение выглядит как снимок экрана, Прямоугольник, Цвет электрик, линия&#10;&#10;Автоматически созданное описание">
              <a:hlinkClick r:id="rId8" action="ppaction://hlinksldjump"/>
              <a:extLst>
                <a:ext uri="{FF2B5EF4-FFF2-40B4-BE49-F238E27FC236}">
                  <a16:creationId xmlns:a16="http://schemas.microsoft.com/office/drawing/2014/main" id="{3AD299D6-D25A-8750-CE65-155FF5482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91" name="Рисунок 90" descr="Изображение выглядит как круг, Графика, снимок экрана, дизайн&#10;&#10;Автоматически созданное описание">
              <a:hlinkClick r:id="rId5" action="ppaction://hlinksldjump"/>
              <a:extLst>
                <a:ext uri="{FF2B5EF4-FFF2-40B4-BE49-F238E27FC236}">
                  <a16:creationId xmlns:a16="http://schemas.microsoft.com/office/drawing/2014/main" id="{5E79827D-B7C7-AE47-DF98-9B736FE2E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8069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45DB74F0-495C-2E45-AC77-EBE3469F8B4B}"/>
              </a:ext>
            </a:extLst>
          </p:cNvPr>
          <p:cNvGrpSpPr/>
          <p:nvPr/>
        </p:nvGrpSpPr>
        <p:grpSpPr>
          <a:xfrm>
            <a:off x="2657862" y="-4497209"/>
            <a:ext cx="7705357" cy="4144123"/>
            <a:chOff x="2657862" y="1202551"/>
            <a:chExt cx="7705357" cy="4144123"/>
          </a:xfrm>
        </p:grpSpPr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A4F05AD2-6A3F-13EF-D5BF-0B3D3B4C5C7A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E0527D4-F1C4-BC24-3243-CEFBC6E39345}"/>
                </a:ext>
              </a:extLst>
            </p:cNvPr>
            <p:cNvSpPr txBox="1"/>
            <p:nvPr/>
          </p:nvSpPr>
          <p:spPr>
            <a:xfrm>
              <a:off x="7621323" y="3111561"/>
              <a:ext cx="5004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Hi.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39" name="Прямоугольник: скругленные углы 38">
              <a:extLst>
                <a:ext uri="{FF2B5EF4-FFF2-40B4-BE49-F238E27FC236}">
                  <a16:creationId xmlns:a16="http://schemas.microsoft.com/office/drawing/2014/main" id="{01A90F79-EF26-9D60-FCF0-1296010CA09B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Прямоугольник: скругленные углы 39">
              <a:extLst>
                <a:ext uri="{FF2B5EF4-FFF2-40B4-BE49-F238E27FC236}">
                  <a16:creationId xmlns:a16="http://schemas.microsoft.com/office/drawing/2014/main" id="{26C377E1-63A3-AD42-54CF-9FBECA1DB47D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41" name="Рисунок 40">
              <a:extLst>
                <a:ext uri="{FF2B5EF4-FFF2-40B4-BE49-F238E27FC236}">
                  <a16:creationId xmlns:a16="http://schemas.microsoft.com/office/drawing/2014/main" id="{5108933C-25FE-D7A0-1ECB-10B27375F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42" name="Рисунок 41">
              <a:extLst>
                <a:ext uri="{FF2B5EF4-FFF2-40B4-BE49-F238E27FC236}">
                  <a16:creationId xmlns:a16="http://schemas.microsoft.com/office/drawing/2014/main" id="{C549511A-E748-210D-DF30-9025114FB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3CD2FFF-B17E-1D60-3D66-9C79F246E118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7C2E6BE-228A-9F68-26FF-130C5F3759AE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grpSp>
          <p:nvGrpSpPr>
            <p:cNvPr id="45" name="Группа 44">
              <a:extLst>
                <a:ext uri="{FF2B5EF4-FFF2-40B4-BE49-F238E27FC236}">
                  <a16:creationId xmlns:a16="http://schemas.microsoft.com/office/drawing/2014/main" id="{1B83936C-9370-0756-E11B-F27E378107D4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51" name="Прямоугольник: скругленные углы 5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97BAC19-80C1-8279-6CC7-FCD536C2CDBE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52" name="Рисунок 51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3ED13B7-C241-2BD7-4265-6DF92DE2F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53" name="TextBox 5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1284354E-998C-EA60-9E63-33BF20005475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5339E235-67F7-3104-B1B1-DE776DB50A99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48" name="Прямоугольник: скругленные углы 4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5B6220C-458A-7AB8-7AFB-EC3D13D5AE9B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49" name="Рисунок 48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E8821BC-52FA-85F4-B0AB-EEA138340B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50" name="TextBox 4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5C3AE482-2C6F-5DA4-174C-0E497126C5F2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sp>
          <p:nvSpPr>
            <p:cNvPr id="47" name="Овал 46">
              <a:hlinkClick r:id="rId8" action="ppaction://hlinksldjump"/>
              <a:extLst>
                <a:ext uri="{FF2B5EF4-FFF2-40B4-BE49-F238E27FC236}">
                  <a16:creationId xmlns:a16="http://schemas.microsoft.com/office/drawing/2014/main" id="{EC21DC9F-4D7E-1993-2DD6-7DA9BFEF2D02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4CE85748-0746-354D-2450-B7EA8E5C2087}"/>
              </a:ext>
            </a:extLst>
          </p:cNvPr>
          <p:cNvGrpSpPr/>
          <p:nvPr/>
        </p:nvGrpSpPr>
        <p:grpSpPr>
          <a:xfrm>
            <a:off x="2657862" y="-4751209"/>
            <a:ext cx="7705357" cy="4144123"/>
            <a:chOff x="2657862" y="1202551"/>
            <a:chExt cx="7705357" cy="4144123"/>
          </a:xfrm>
        </p:grpSpPr>
        <p:sp>
          <p:nvSpPr>
            <p:cNvPr id="55" name="Прямоугольник: скругленные углы 54">
              <a:extLst>
                <a:ext uri="{FF2B5EF4-FFF2-40B4-BE49-F238E27FC236}">
                  <a16:creationId xmlns:a16="http://schemas.microsoft.com/office/drawing/2014/main" id="{043510B3-719D-7391-FD68-D0D47BE0D3BB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6" name="Прямоугольник: скругленные углы 55">
              <a:extLst>
                <a:ext uri="{FF2B5EF4-FFF2-40B4-BE49-F238E27FC236}">
                  <a16:creationId xmlns:a16="http://schemas.microsoft.com/office/drawing/2014/main" id="{CD6181B3-9C5D-0ED4-F3D5-EB7D26FF67E0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7" name="Прямоугольник: скругленные углы 56">
              <a:extLst>
                <a:ext uri="{FF2B5EF4-FFF2-40B4-BE49-F238E27FC236}">
                  <a16:creationId xmlns:a16="http://schemas.microsoft.com/office/drawing/2014/main" id="{D164C181-E6B5-A259-D68C-43618D4DDAD6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8" name="Рисунок 57">
              <a:extLst>
                <a:ext uri="{FF2B5EF4-FFF2-40B4-BE49-F238E27FC236}">
                  <a16:creationId xmlns:a16="http://schemas.microsoft.com/office/drawing/2014/main" id="{DF580B95-8A10-703A-817C-4A5867100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59" name="Рисунок 58">
              <a:extLst>
                <a:ext uri="{FF2B5EF4-FFF2-40B4-BE49-F238E27FC236}">
                  <a16:creationId xmlns:a16="http://schemas.microsoft.com/office/drawing/2014/main" id="{B568E7E7-A4F6-EBBB-FA0C-EC62FA2A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5FD366D-9F40-1D1C-9BB9-165F6A8389E7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DDA04D0-5A01-6352-F41B-DF98C9871BD8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62" name="Овал 61">
              <a:hlinkClick r:id="rId8" action="ppaction://hlinksldjump"/>
              <a:extLst>
                <a:ext uri="{FF2B5EF4-FFF2-40B4-BE49-F238E27FC236}">
                  <a16:creationId xmlns:a16="http://schemas.microsoft.com/office/drawing/2014/main" id="{7299EEF4-A5B3-114E-48F3-968CFBEE03E1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63" name="Группа 62">
              <a:extLst>
                <a:ext uri="{FF2B5EF4-FFF2-40B4-BE49-F238E27FC236}">
                  <a16:creationId xmlns:a16="http://schemas.microsoft.com/office/drawing/2014/main" id="{8DB886CC-6BA7-3E98-475F-70C3A96EA682}"/>
                </a:ext>
              </a:extLst>
            </p:cNvPr>
            <p:cNvGrpSpPr/>
            <p:nvPr/>
          </p:nvGrpSpPr>
          <p:grpSpPr>
            <a:xfrm>
              <a:off x="6542487" y="2047006"/>
              <a:ext cx="1770528" cy="1016690"/>
              <a:chOff x="6320610" y="2181170"/>
              <a:chExt cx="1770528" cy="1016690"/>
            </a:xfrm>
          </p:grpSpPr>
          <p:pic>
            <p:nvPicPr>
              <p:cNvPr id="74" name="Рисунок 73">
                <a:extLst>
                  <a:ext uri="{FF2B5EF4-FFF2-40B4-BE49-F238E27FC236}">
                    <a16:creationId xmlns:a16="http://schemas.microsoft.com/office/drawing/2014/main" id="{94B9E35D-CEC6-2E34-6007-A3D0EEDC37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20610" y="2181170"/>
                <a:ext cx="1770528" cy="1016690"/>
              </a:xfrm>
              <a:prstGeom prst="rect">
                <a:avLst/>
              </a:prstGeom>
            </p:spPr>
          </p:pic>
          <p:pic>
            <p:nvPicPr>
              <p:cNvPr id="75" name="Рисунок 74" descr="Изображение выглядит как вода, Цвет морской волны, Бирюза, синий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DEDEB136-B6B9-3D3E-46ED-6CE14A06E0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20"/>
              <a:stretch/>
            </p:blipFill>
            <p:spPr>
              <a:xfrm>
                <a:off x="6537067" y="2273171"/>
                <a:ext cx="1340235" cy="815469"/>
              </a:xfrm>
              <a:prstGeom prst="rect">
                <a:avLst/>
              </a:prstGeom>
            </p:spPr>
          </p:pic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63EB5EB-7418-B614-71ED-102D65484B79}"/>
                </a:ext>
              </a:extLst>
            </p:cNvPr>
            <p:cNvSpPr txBox="1"/>
            <p:nvPr/>
          </p:nvSpPr>
          <p:spPr>
            <a:xfrm>
              <a:off x="6617376" y="3225729"/>
              <a:ext cx="16433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" pitchFamily="2" charset="0"/>
                </a:rPr>
                <a:t>PealOS</a:t>
              </a:r>
              <a:r>
                <a:rPr lang="en-US" sz="1400" dirty="0">
                  <a:latin typeface="Montserrat" pitchFamily="2" charset="0"/>
                </a:rPr>
                <a:t> 1.0 Beta</a:t>
              </a:r>
              <a:endParaRPr lang="ru-RU" sz="1400" dirty="0">
                <a:latin typeface="Montserrat" pitchFamily="2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848C1CF-92B3-BFF5-4499-727537DA4777}"/>
                </a:ext>
              </a:extLst>
            </p:cNvPr>
            <p:cNvSpPr txBox="1"/>
            <p:nvPr/>
          </p:nvSpPr>
          <p:spPr>
            <a:xfrm>
              <a:off x="6881069" y="3467166"/>
              <a:ext cx="111601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Montserrat Light" pitchFamily="2" charset="0"/>
                </a:rPr>
                <a:t>Not For Resale</a:t>
              </a:r>
              <a:endParaRPr lang="ru-RU" sz="1000" dirty="0">
                <a:latin typeface="Montserrat Light" pitchFamily="2" charset="0"/>
              </a:endParaRPr>
            </a:p>
          </p:txBody>
        </p:sp>
        <p:grpSp>
          <p:nvGrpSpPr>
            <p:cNvPr id="66" name="Группа 65">
              <a:extLst>
                <a:ext uri="{FF2B5EF4-FFF2-40B4-BE49-F238E27FC236}">
                  <a16:creationId xmlns:a16="http://schemas.microsoft.com/office/drawing/2014/main" id="{120507AD-2361-1EA0-7210-7DBC15736AA6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71" name="Прямоугольник: скругленные углы 7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D648C577-AA96-3150-CA6E-A636AD97AA1A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72" name="Рисунок 71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6FF559A2-DE26-D2EF-E8DA-AB8D96194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73" name="TextBox 7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C149EA30-D564-B0E2-6187-308BA10CB35B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67" name="Группа 66">
              <a:extLst>
                <a:ext uri="{FF2B5EF4-FFF2-40B4-BE49-F238E27FC236}">
                  <a16:creationId xmlns:a16="http://schemas.microsoft.com/office/drawing/2014/main" id="{CB291641-9CC3-A84C-CB7C-C8A1339D5B3E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68" name="Прямоугольник: скругленные углы 6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00471A5A-9393-7BEA-370D-F560ADC9B9FB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69" name="Рисунок 68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DB17A5A0-0B3B-71AA-31D0-1345448F4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70" name="TextBox 6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DF5E24CC-9271-6460-F8EC-9688085A5175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68B30920-7103-2546-BD49-5DFD30C3E3B4}"/>
              </a:ext>
            </a:extLst>
          </p:cNvPr>
          <p:cNvGrpSpPr/>
          <p:nvPr/>
        </p:nvGrpSpPr>
        <p:grpSpPr>
          <a:xfrm>
            <a:off x="2657862" y="-4446409"/>
            <a:ext cx="7705357" cy="4144123"/>
            <a:chOff x="2657862" y="1202551"/>
            <a:chExt cx="7705357" cy="4144123"/>
          </a:xfrm>
        </p:grpSpPr>
        <p:sp>
          <p:nvSpPr>
            <p:cNvPr id="77" name="Прямоугольник: скругленные углы 76">
              <a:extLst>
                <a:ext uri="{FF2B5EF4-FFF2-40B4-BE49-F238E27FC236}">
                  <a16:creationId xmlns:a16="http://schemas.microsoft.com/office/drawing/2014/main" id="{73F615B2-C65D-BFDB-755C-2DC1ED2EBB00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8" name="Прямоугольник: скругленные углы 77">
              <a:extLst>
                <a:ext uri="{FF2B5EF4-FFF2-40B4-BE49-F238E27FC236}">
                  <a16:creationId xmlns:a16="http://schemas.microsoft.com/office/drawing/2014/main" id="{8048A60C-9A87-9283-58AA-B030A4DAD271}"/>
                </a:ext>
              </a:extLst>
            </p:cNvPr>
            <p:cNvSpPr/>
            <p:nvPr/>
          </p:nvSpPr>
          <p:spPr>
            <a:xfrm>
              <a:off x="2938710" y="332057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9" name="Прямоугольник: скругленные углы 78">
              <a:extLst>
                <a:ext uri="{FF2B5EF4-FFF2-40B4-BE49-F238E27FC236}">
                  <a16:creationId xmlns:a16="http://schemas.microsoft.com/office/drawing/2014/main" id="{67957B45-D631-29DA-D566-2C47508190D6}"/>
                </a:ext>
              </a:extLst>
            </p:cNvPr>
            <p:cNvSpPr/>
            <p:nvPr/>
          </p:nvSpPr>
          <p:spPr>
            <a:xfrm>
              <a:off x="2938710" y="412357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80" name="Рисунок 79">
              <a:extLst>
                <a:ext uri="{FF2B5EF4-FFF2-40B4-BE49-F238E27FC236}">
                  <a16:creationId xmlns:a16="http://schemas.microsoft.com/office/drawing/2014/main" id="{136C343E-87DD-5240-1F51-124175DE2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5658" y="4332077"/>
              <a:ext cx="202039" cy="202039"/>
            </a:xfrm>
            <a:prstGeom prst="rect">
              <a:avLst/>
            </a:prstGeom>
          </p:spPr>
        </p:pic>
        <p:pic>
          <p:nvPicPr>
            <p:cNvPr id="81" name="Рисунок 80">
              <a:extLst>
                <a:ext uri="{FF2B5EF4-FFF2-40B4-BE49-F238E27FC236}">
                  <a16:creationId xmlns:a16="http://schemas.microsoft.com/office/drawing/2014/main" id="{6D7F3989-29FF-CC19-03B3-EC5E9E900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8276" y="3533475"/>
              <a:ext cx="195607" cy="195607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2ADE2B5-B20B-FE56-131F-A10EB39CCF6D}"/>
                </a:ext>
              </a:extLst>
            </p:cNvPr>
            <p:cNvSpPr txBox="1"/>
            <p:nvPr/>
          </p:nvSpPr>
          <p:spPr>
            <a:xfrm>
              <a:off x="3423509" y="3477389"/>
              <a:ext cx="6415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Apps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C5C518-4471-F684-EEC4-943ECD94C9DE}"/>
                </a:ext>
              </a:extLst>
            </p:cNvPr>
            <p:cNvSpPr txBox="1"/>
            <p:nvPr/>
          </p:nvSpPr>
          <p:spPr>
            <a:xfrm>
              <a:off x="3375861" y="4277478"/>
              <a:ext cx="10358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Montserrat Light" pitchFamily="2" charset="0"/>
                </a:rPr>
                <a:t>GameBar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84" name="Овал 83">
              <a:hlinkClick r:id="rId8" action="ppaction://hlinksldjump"/>
              <a:extLst>
                <a:ext uri="{FF2B5EF4-FFF2-40B4-BE49-F238E27FC236}">
                  <a16:creationId xmlns:a16="http://schemas.microsoft.com/office/drawing/2014/main" id="{3499D775-0A9A-E6ED-8EF2-B0503E7047FB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85" name="Группа 84">
              <a:extLst>
                <a:ext uri="{FF2B5EF4-FFF2-40B4-BE49-F238E27FC236}">
                  <a16:creationId xmlns:a16="http://schemas.microsoft.com/office/drawing/2014/main" id="{00FD20AA-74AF-635B-BF08-444345AAB00D}"/>
                </a:ext>
              </a:extLst>
            </p:cNvPr>
            <p:cNvGrpSpPr/>
            <p:nvPr/>
          </p:nvGrpSpPr>
          <p:grpSpPr>
            <a:xfrm>
              <a:off x="6542487" y="2047006"/>
              <a:ext cx="1770528" cy="1016690"/>
              <a:chOff x="6320610" y="2181170"/>
              <a:chExt cx="1770528" cy="1016690"/>
            </a:xfrm>
          </p:grpSpPr>
          <p:pic>
            <p:nvPicPr>
              <p:cNvPr id="96" name="Рисунок 95">
                <a:extLst>
                  <a:ext uri="{FF2B5EF4-FFF2-40B4-BE49-F238E27FC236}">
                    <a16:creationId xmlns:a16="http://schemas.microsoft.com/office/drawing/2014/main" id="{E40ADB13-F1DD-FC0C-57DD-1C9F8F778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20610" y="2181170"/>
                <a:ext cx="1770528" cy="1016690"/>
              </a:xfrm>
              <a:prstGeom prst="rect">
                <a:avLst/>
              </a:prstGeom>
            </p:spPr>
          </p:pic>
          <p:pic>
            <p:nvPicPr>
              <p:cNvPr id="97" name="Рисунок 96" descr="Изображение выглядит как вода, Цвет морской волны, Бирюза, синий&#10;&#10;Автоматически созданное описание">
                <a:extLst>
                  <a:ext uri="{FF2B5EF4-FFF2-40B4-BE49-F238E27FC236}">
                    <a16:creationId xmlns:a16="http://schemas.microsoft.com/office/drawing/2014/main" id="{A616D27C-8947-1E28-CE42-C95CA8E77D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520"/>
              <a:stretch/>
            </p:blipFill>
            <p:spPr>
              <a:xfrm>
                <a:off x="6537067" y="2273171"/>
                <a:ext cx="1340235" cy="815469"/>
              </a:xfrm>
              <a:prstGeom prst="rect">
                <a:avLst/>
              </a:prstGeom>
            </p:spPr>
          </p:pic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84F907E-0BF2-CD3F-C6D8-913C53F1FEF8}"/>
                </a:ext>
              </a:extLst>
            </p:cNvPr>
            <p:cNvSpPr txBox="1"/>
            <p:nvPr/>
          </p:nvSpPr>
          <p:spPr>
            <a:xfrm>
              <a:off x="6582987" y="3095566"/>
              <a:ext cx="17267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" pitchFamily="2" charset="0"/>
                </a:rPr>
                <a:t>No updates now</a:t>
              </a:r>
              <a:endParaRPr lang="ru-RU" sz="1400" dirty="0">
                <a:latin typeface="Montserrat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7CD8D0-6610-1D36-BACD-9F838DBC92C5}"/>
                </a:ext>
              </a:extLst>
            </p:cNvPr>
            <p:cNvSpPr txBox="1"/>
            <p:nvPr/>
          </p:nvSpPr>
          <p:spPr>
            <a:xfrm>
              <a:off x="7061432" y="3383282"/>
              <a:ext cx="6848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>
                  <a:latin typeface="Montserrat Light" pitchFamily="2" charset="0"/>
                </a:rPr>
                <a:t>Bc</a:t>
              </a:r>
              <a:r>
                <a:rPr lang="en-US" sz="1000" dirty="0">
                  <a:latin typeface="Montserrat Light" pitchFamily="2" charset="0"/>
                </a:rPr>
                <a:t> Beta</a:t>
              </a:r>
              <a:endParaRPr lang="ru-RU" sz="1000" dirty="0">
                <a:latin typeface="Montserrat Light" pitchFamily="2" charset="0"/>
              </a:endParaRPr>
            </a:p>
          </p:txBody>
        </p:sp>
        <p:grpSp>
          <p:nvGrpSpPr>
            <p:cNvPr id="88" name="Группа 87">
              <a:extLst>
                <a:ext uri="{FF2B5EF4-FFF2-40B4-BE49-F238E27FC236}">
                  <a16:creationId xmlns:a16="http://schemas.microsoft.com/office/drawing/2014/main" id="{41C328F5-E2C7-115C-E34D-73004B84CF0E}"/>
                </a:ext>
              </a:extLst>
            </p:cNvPr>
            <p:cNvGrpSpPr/>
            <p:nvPr/>
          </p:nvGrpSpPr>
          <p:grpSpPr>
            <a:xfrm>
              <a:off x="2948870" y="2477651"/>
              <a:ext cx="1590800" cy="586045"/>
              <a:chOff x="2948870" y="2477651"/>
              <a:chExt cx="1590800" cy="586045"/>
            </a:xfrm>
          </p:grpSpPr>
          <p:sp>
            <p:nvSpPr>
              <p:cNvPr id="93" name="Прямоугольник: скругленные углы 9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8798FF8-1FE8-D7DA-EF0E-0938142EFD38}"/>
                  </a:ext>
                </a:extLst>
              </p:cNvPr>
              <p:cNvSpPr/>
              <p:nvPr/>
            </p:nvSpPr>
            <p:spPr>
              <a:xfrm>
                <a:off x="2948870" y="2477651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94" name="Рисунок 9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2AD6CDA6-6522-9BEF-8FAF-A93BA66C38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2683521"/>
                <a:ext cx="203741" cy="203741"/>
              </a:xfrm>
              <a:prstGeom prst="rect">
                <a:avLst/>
              </a:prstGeom>
            </p:spPr>
          </p:pic>
          <p:sp>
            <p:nvSpPr>
              <p:cNvPr id="95" name="TextBox 9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A055C2D1-DD8E-D276-7AF4-EC79AEBC8F7D}"/>
                  </a:ext>
                </a:extLst>
              </p:cNvPr>
              <p:cNvSpPr txBox="1"/>
              <p:nvPr/>
            </p:nvSpPr>
            <p:spPr>
              <a:xfrm>
                <a:off x="3423509" y="2631502"/>
                <a:ext cx="8547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Update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6A5B51CE-D6E1-015D-04AA-5CBDD1A965AB}"/>
                </a:ext>
              </a:extLst>
            </p:cNvPr>
            <p:cNvGrpSpPr/>
            <p:nvPr/>
          </p:nvGrpSpPr>
          <p:grpSpPr>
            <a:xfrm>
              <a:off x="2948870" y="1674659"/>
              <a:ext cx="1590800" cy="586045"/>
              <a:chOff x="2948870" y="1674659"/>
              <a:chExt cx="1590800" cy="586045"/>
            </a:xfrm>
          </p:grpSpPr>
          <p:sp>
            <p:nvSpPr>
              <p:cNvPr id="90" name="Прямоугольник: скругленные углы 8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53935E99-1292-8E40-7611-7CCF75EDC065}"/>
                  </a:ext>
                </a:extLst>
              </p:cNvPr>
              <p:cNvSpPr/>
              <p:nvPr/>
            </p:nvSpPr>
            <p:spPr>
              <a:xfrm>
                <a:off x="2948870" y="1674659"/>
                <a:ext cx="1590800" cy="586045"/>
              </a:xfrm>
              <a:prstGeom prst="roundRect">
                <a:avLst>
                  <a:gd name="adj" fmla="val 27914"/>
                </a:avLst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l="100000" t="100000"/>
                </a:path>
              </a:gra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pic>
            <p:nvPicPr>
              <p:cNvPr id="91" name="Рисунок 90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B73F649A-A046-4417-D3E6-E29C855F3E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40142" y="1863903"/>
                <a:ext cx="207555" cy="207555"/>
              </a:xfrm>
              <a:prstGeom prst="rect">
                <a:avLst/>
              </a:prstGeom>
            </p:spPr>
          </p:pic>
          <p:sp>
            <p:nvSpPr>
              <p:cNvPr id="92" name="TextBox 91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4252049A-2D24-8F32-D459-9CF6A2D69238}"/>
                  </a:ext>
                </a:extLst>
              </p:cNvPr>
              <p:cNvSpPr txBox="1"/>
              <p:nvPr/>
            </p:nvSpPr>
            <p:spPr>
              <a:xfrm>
                <a:off x="3406317" y="1812174"/>
                <a:ext cx="7360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Montserrat Light" pitchFamily="2" charset="0"/>
                  </a:rPr>
                  <a:t>About</a:t>
                </a:r>
                <a:endParaRPr lang="ru-RU" sz="1400" dirty="0">
                  <a:latin typeface="Montserrat Light" pitchFamily="2" charset="0"/>
                </a:endParaRPr>
              </a:p>
            </p:txBody>
          </p:sp>
        </p:grp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4C0A4D5-C43C-74D4-8A15-E726BA7B8C1A}"/>
              </a:ext>
            </a:extLst>
          </p:cNvPr>
          <p:cNvGrpSpPr/>
          <p:nvPr/>
        </p:nvGrpSpPr>
        <p:grpSpPr>
          <a:xfrm>
            <a:off x="2657862" y="-4558169"/>
            <a:ext cx="7705357" cy="4144123"/>
            <a:chOff x="2657862" y="1202551"/>
            <a:chExt cx="7705357" cy="4144123"/>
          </a:xfrm>
        </p:grpSpPr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51C6BCB-41D1-6671-97F9-403A9692B141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8AE393-6F24-BD06-3953-DBF4F2FCC39C}"/>
                </a:ext>
              </a:extLst>
            </p:cNvPr>
            <p:cNvSpPr txBox="1"/>
            <p:nvPr/>
          </p:nvSpPr>
          <p:spPr>
            <a:xfrm>
              <a:off x="7327533" y="3089946"/>
              <a:ext cx="15103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No Email….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22" name="Прямоугольник: скругленные углы 21">
              <a:hlinkClick r:id="rId4" action="ppaction://hlinksldjump"/>
              <a:extLst>
                <a:ext uri="{FF2B5EF4-FFF2-40B4-BE49-F238E27FC236}">
                  <a16:creationId xmlns:a16="http://schemas.microsoft.com/office/drawing/2014/main" id="{2C7659B2-EDDB-6979-DD6C-4E07F85DA8FB}"/>
                </a:ext>
              </a:extLst>
            </p:cNvPr>
            <p:cNvSpPr/>
            <p:nvPr/>
          </p:nvSpPr>
          <p:spPr>
            <a:xfrm>
              <a:off x="2948870" y="3407291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TextBox 23">
              <a:hlinkClick r:id="rId4" action="ppaction://hlinksldjump"/>
              <a:extLst>
                <a:ext uri="{FF2B5EF4-FFF2-40B4-BE49-F238E27FC236}">
                  <a16:creationId xmlns:a16="http://schemas.microsoft.com/office/drawing/2014/main" id="{C4EC9635-376B-0462-17DC-8D2AEA605CF3}"/>
                </a:ext>
              </a:extLst>
            </p:cNvPr>
            <p:cNvSpPr txBox="1"/>
            <p:nvPr/>
          </p:nvSpPr>
          <p:spPr>
            <a:xfrm>
              <a:off x="3408269" y="3561142"/>
              <a:ext cx="1016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iMessage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26" name="Прямоугольник: скругленные углы 25">
              <a:hlinkClick r:id="rId6" action="ppaction://hlinksldjump"/>
              <a:extLst>
                <a:ext uri="{FF2B5EF4-FFF2-40B4-BE49-F238E27FC236}">
                  <a16:creationId xmlns:a16="http://schemas.microsoft.com/office/drawing/2014/main" id="{5CD5CA9F-B9EF-4C6D-5835-03936EEF9607}"/>
                </a:ext>
              </a:extLst>
            </p:cNvPr>
            <p:cNvSpPr/>
            <p:nvPr/>
          </p:nvSpPr>
          <p:spPr>
            <a:xfrm>
              <a:off x="2948870" y="2604299"/>
              <a:ext cx="1590800" cy="586045"/>
            </a:xfrm>
            <a:prstGeom prst="roundRect">
              <a:avLst>
                <a:gd name="adj" fmla="val 27914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8" name="TextBox 97">
              <a:hlinkClick r:id="rId6" action="ppaction://hlinksldjump"/>
              <a:extLst>
                <a:ext uri="{FF2B5EF4-FFF2-40B4-BE49-F238E27FC236}">
                  <a16:creationId xmlns:a16="http://schemas.microsoft.com/office/drawing/2014/main" id="{65B02F28-6929-EC5F-EEE0-F56A88FE7DC8}"/>
                </a:ext>
              </a:extLst>
            </p:cNvPr>
            <p:cNvSpPr txBox="1"/>
            <p:nvPr/>
          </p:nvSpPr>
          <p:spPr>
            <a:xfrm>
              <a:off x="3473373" y="2741814"/>
              <a:ext cx="5533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Montserrat Light" pitchFamily="2" charset="0"/>
                </a:rPr>
                <a:t>Mail</a:t>
              </a:r>
              <a:endParaRPr lang="ru-RU" sz="1400" dirty="0">
                <a:latin typeface="Montserrat Light" pitchFamily="2" charset="0"/>
              </a:endParaRPr>
            </a:p>
          </p:txBody>
        </p:sp>
        <p:sp>
          <p:nvSpPr>
            <p:cNvPr id="99" name="Овал 98">
              <a:hlinkClick r:id="rId8" action="ppaction://hlinksldjump"/>
              <a:extLst>
                <a:ext uri="{FF2B5EF4-FFF2-40B4-BE49-F238E27FC236}">
                  <a16:creationId xmlns:a16="http://schemas.microsoft.com/office/drawing/2014/main" id="{D7DBD5A6-3BD0-9170-8086-CDBD6C0D6406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0" name="Рисунок 99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5CDC509B-5E0E-EE79-39F1-5066E668C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7691" y="2783675"/>
              <a:ext cx="228170" cy="228170"/>
            </a:xfrm>
            <a:prstGeom prst="rect">
              <a:avLst/>
            </a:prstGeom>
          </p:spPr>
        </p:pic>
        <p:pic>
          <p:nvPicPr>
            <p:cNvPr id="101" name="Рисунок 100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92852EA3-07CD-D9CF-F841-A54A0F43E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1768" y="3597825"/>
              <a:ext cx="222115" cy="222115"/>
            </a:xfrm>
            <a:prstGeom prst="rect">
              <a:avLst/>
            </a:prstGeom>
          </p:spPr>
        </p:pic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C8F8ADF9-B819-915B-233A-14C1945DD6E9}"/>
              </a:ext>
            </a:extLst>
          </p:cNvPr>
          <p:cNvGrpSpPr/>
          <p:nvPr/>
        </p:nvGrpSpPr>
        <p:grpSpPr>
          <a:xfrm>
            <a:off x="2657862" y="-4451796"/>
            <a:ext cx="7705357" cy="4144123"/>
            <a:chOff x="2657862" y="1202551"/>
            <a:chExt cx="7705357" cy="4144123"/>
          </a:xfrm>
        </p:grpSpPr>
        <p:sp>
          <p:nvSpPr>
            <p:cNvPr id="103" name="Прямоугольник: скругленные углы 102">
              <a:extLst>
                <a:ext uri="{FF2B5EF4-FFF2-40B4-BE49-F238E27FC236}">
                  <a16:creationId xmlns:a16="http://schemas.microsoft.com/office/drawing/2014/main" id="{1CC70CFD-4454-0B95-2A83-6F94EBFD0B02}"/>
                </a:ext>
              </a:extLst>
            </p:cNvPr>
            <p:cNvSpPr/>
            <p:nvPr/>
          </p:nvSpPr>
          <p:spPr>
            <a:xfrm>
              <a:off x="2657862" y="1202551"/>
              <a:ext cx="7705357" cy="4144123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8597FA2-96C2-4EC9-76FB-0143EB974A46}"/>
                </a:ext>
              </a:extLst>
            </p:cNvPr>
            <p:cNvSpPr txBox="1"/>
            <p:nvPr/>
          </p:nvSpPr>
          <p:spPr>
            <a:xfrm>
              <a:off x="3106237" y="1771207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Montserrat" pitchFamily="2" charset="0"/>
                </a:rPr>
                <a:t>News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05" name="Овал 104">
              <a:hlinkClick r:id="rId8" action="ppaction://hlinksldjump"/>
              <a:extLst>
                <a:ext uri="{FF2B5EF4-FFF2-40B4-BE49-F238E27FC236}">
                  <a16:creationId xmlns:a16="http://schemas.microsoft.com/office/drawing/2014/main" id="{FEA47146-499D-0C9E-64FE-F2E45597C053}"/>
                </a:ext>
              </a:extLst>
            </p:cNvPr>
            <p:cNvSpPr/>
            <p:nvPr/>
          </p:nvSpPr>
          <p:spPr>
            <a:xfrm>
              <a:off x="2833434" y="1340596"/>
              <a:ext cx="115436" cy="11543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Прямоугольник: скругленные углы 105">
              <a:extLst>
                <a:ext uri="{FF2B5EF4-FFF2-40B4-BE49-F238E27FC236}">
                  <a16:creationId xmlns:a16="http://schemas.microsoft.com/office/drawing/2014/main" id="{0081BC22-10DB-56AE-FC05-FAA876985968}"/>
                </a:ext>
              </a:extLst>
            </p:cNvPr>
            <p:cNvSpPr/>
            <p:nvPr/>
          </p:nvSpPr>
          <p:spPr>
            <a:xfrm>
              <a:off x="6662463" y="2678179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CF14F94-69F9-57C0-639A-0F4096504A00}"/>
                </a:ext>
              </a:extLst>
            </p:cNvPr>
            <p:cNvSpPr txBox="1"/>
            <p:nvPr/>
          </p:nvSpPr>
          <p:spPr>
            <a:xfrm>
              <a:off x="6749749" y="2770197"/>
              <a:ext cx="18069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>
                  <a:latin typeface="Montserrat" pitchFamily="2" charset="0"/>
                </a:rPr>
                <a:t>PealOS</a:t>
              </a:r>
              <a:r>
                <a:rPr lang="en-US" sz="1200" dirty="0">
                  <a:latin typeface="Montserrat" pitchFamily="2" charset="0"/>
                </a:rPr>
                <a:t> now in beta!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2DDD499-9857-AC66-A5AC-727A8D2E8EC1}"/>
                </a:ext>
              </a:extLst>
            </p:cNvPr>
            <p:cNvSpPr txBox="1"/>
            <p:nvPr/>
          </p:nvSpPr>
          <p:spPr>
            <a:xfrm>
              <a:off x="6749749" y="2978100"/>
              <a:ext cx="231345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You can access OS just joining our </a:t>
              </a:r>
              <a:r>
                <a:rPr lang="en-US" sz="800" dirty="0" err="1">
                  <a:latin typeface="Montserrat Light" pitchFamily="2" charset="0"/>
                </a:rPr>
                <a:t>chanel</a:t>
              </a:r>
              <a:r>
                <a:rPr lang="en-US" sz="800" dirty="0">
                  <a:latin typeface="Montserrat Light" pitchFamily="2" charset="0"/>
                </a:rPr>
                <a:t>!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09" name="Прямоугольник: скругленные углы 108">
              <a:extLst>
                <a:ext uri="{FF2B5EF4-FFF2-40B4-BE49-F238E27FC236}">
                  <a16:creationId xmlns:a16="http://schemas.microsoft.com/office/drawing/2014/main" id="{F26BCF57-052C-9593-BBD2-71AE688C2CCD}"/>
                </a:ext>
              </a:extLst>
            </p:cNvPr>
            <p:cNvSpPr/>
            <p:nvPr/>
          </p:nvSpPr>
          <p:spPr>
            <a:xfrm>
              <a:off x="3367493" y="2686062"/>
              <a:ext cx="2871550" cy="991250"/>
            </a:xfrm>
            <a:prstGeom prst="roundRect">
              <a:avLst>
                <a:gd name="adj" fmla="val 17921"/>
              </a:avLst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</a:gra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40A459D-0297-D8E7-8395-3D2C97D9501B}"/>
                </a:ext>
              </a:extLst>
            </p:cNvPr>
            <p:cNvSpPr txBox="1"/>
            <p:nvPr/>
          </p:nvSpPr>
          <p:spPr>
            <a:xfrm>
              <a:off x="3450510" y="2750457"/>
              <a:ext cx="11673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latin typeface="Montserrat" pitchFamily="2" charset="0"/>
                </a:rPr>
                <a:t>OTA deliver!</a:t>
              </a:r>
              <a:endParaRPr lang="ru-RU" sz="1200" dirty="0">
                <a:latin typeface="Montserrat" pitchFamily="2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02C17159-5C2D-A052-F24E-934AD802599B}"/>
                </a:ext>
              </a:extLst>
            </p:cNvPr>
            <p:cNvSpPr txBox="1"/>
            <p:nvPr/>
          </p:nvSpPr>
          <p:spPr>
            <a:xfrm>
              <a:off x="3450510" y="2958360"/>
              <a:ext cx="174278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Montserrat Light" pitchFamily="2" charset="0"/>
                </a:rPr>
                <a:t>Install updates without reboot!</a:t>
              </a:r>
              <a:endParaRPr lang="ru-RU" sz="800" dirty="0">
                <a:latin typeface="Montserrat Light" pitchFamily="2" charset="0"/>
              </a:endParaRPr>
            </a:p>
          </p:txBody>
        </p:sp>
      </p:grpSp>
      <p:pic>
        <p:nvPicPr>
          <p:cNvPr id="33" name="Рисунок 32">
            <a:hlinkClick r:id="rId8" action="ppaction://hlinksldjump"/>
            <a:extLst>
              <a:ext uri="{FF2B5EF4-FFF2-40B4-BE49-F238E27FC236}">
                <a16:creationId xmlns:a16="http://schemas.microsoft.com/office/drawing/2014/main" id="{9A11FC83-33BE-7C87-3D40-1BED1EA4A99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8391" y="0"/>
            <a:ext cx="12220391" cy="6872457"/>
          </a:xfrm>
          <a:prstGeom prst="rect">
            <a:avLst/>
          </a:prstGeom>
        </p:spPr>
      </p:pic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48C8167B-7887-6D43-C958-5993AAD0645D}"/>
              </a:ext>
            </a:extLst>
          </p:cNvPr>
          <p:cNvGrpSpPr/>
          <p:nvPr/>
        </p:nvGrpSpPr>
        <p:grpSpPr>
          <a:xfrm>
            <a:off x="5645432" y="3448925"/>
            <a:ext cx="1238220" cy="410392"/>
            <a:chOff x="5625916" y="6270275"/>
            <a:chExt cx="1238220" cy="410392"/>
          </a:xfrm>
        </p:grpSpPr>
        <p:sp>
          <p:nvSpPr>
            <p:cNvPr id="116" name="Прямоугольник: скругленные углы 115">
              <a:extLst>
                <a:ext uri="{FF2B5EF4-FFF2-40B4-BE49-F238E27FC236}">
                  <a16:creationId xmlns:a16="http://schemas.microsoft.com/office/drawing/2014/main" id="{4435C604-046C-96FC-5266-6F34774948D1}"/>
                </a:ext>
              </a:extLst>
            </p:cNvPr>
            <p:cNvSpPr/>
            <p:nvPr/>
          </p:nvSpPr>
          <p:spPr>
            <a:xfrm>
              <a:off x="5625916" y="6270275"/>
              <a:ext cx="1238220" cy="410392"/>
            </a:xfrm>
            <a:prstGeom prst="roundRect">
              <a:avLst>
                <a:gd name="adj" fmla="val 21427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17" name="Рисунок 116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3506F869-7FAB-E5EB-615C-AF44B0398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8498" y="6348508"/>
              <a:ext cx="240581" cy="240581"/>
            </a:xfrm>
            <a:prstGeom prst="rect">
              <a:avLst/>
            </a:prstGeom>
          </p:spPr>
        </p:pic>
        <p:pic>
          <p:nvPicPr>
            <p:cNvPr id="118" name="Рисунок 117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4619ADBC-F8AD-DA33-4767-FC297B929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2340" y="6348508"/>
              <a:ext cx="256117" cy="256117"/>
            </a:xfrm>
            <a:prstGeom prst="rect">
              <a:avLst/>
            </a:prstGeom>
          </p:spPr>
        </p:pic>
        <p:pic>
          <p:nvPicPr>
            <p:cNvPr id="119" name="Рисунок 1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8EC0CA30-14A5-A32F-215C-B25E51801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37979" y="6344932"/>
              <a:ext cx="238651" cy="238651"/>
            </a:xfrm>
            <a:prstGeom prst="rect">
              <a:avLst/>
            </a:prstGeom>
          </p:spPr>
        </p:pic>
        <p:cxnSp>
          <p:nvCxnSpPr>
            <p:cNvPr id="120" name="Прямая соединительная линия 119">
              <a:extLst>
                <a:ext uri="{FF2B5EF4-FFF2-40B4-BE49-F238E27FC236}">
                  <a16:creationId xmlns:a16="http://schemas.microsoft.com/office/drawing/2014/main" id="{DD62255E-1DD3-4302-F483-E26E16DB47D6}"/>
                </a:ext>
              </a:extLst>
            </p:cNvPr>
            <p:cNvCxnSpPr/>
            <p:nvPr/>
          </p:nvCxnSpPr>
          <p:spPr>
            <a:xfrm>
              <a:off x="6446254" y="6398257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Прямая соединительная линия 120">
              <a:extLst>
                <a:ext uri="{FF2B5EF4-FFF2-40B4-BE49-F238E27FC236}">
                  <a16:creationId xmlns:a16="http://schemas.microsoft.com/office/drawing/2014/main" id="{82CFAE76-475F-197D-C7A6-FBAA4027CE49}"/>
                </a:ext>
              </a:extLst>
            </p:cNvPr>
            <p:cNvCxnSpPr/>
            <p:nvPr/>
          </p:nvCxnSpPr>
          <p:spPr>
            <a:xfrm>
              <a:off x="6042394" y="6398257"/>
              <a:ext cx="0" cy="1524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Группа 140">
            <a:extLst>
              <a:ext uri="{FF2B5EF4-FFF2-40B4-BE49-F238E27FC236}">
                <a16:creationId xmlns:a16="http://schemas.microsoft.com/office/drawing/2014/main" id="{1122B9E2-7BE5-CE4E-A37C-D3333722590C}"/>
              </a:ext>
            </a:extLst>
          </p:cNvPr>
          <p:cNvGrpSpPr/>
          <p:nvPr/>
        </p:nvGrpSpPr>
        <p:grpSpPr>
          <a:xfrm>
            <a:off x="3893791" y="7081359"/>
            <a:ext cx="4644494" cy="5334614"/>
            <a:chOff x="3893791" y="645830"/>
            <a:chExt cx="4644494" cy="5334614"/>
          </a:xfrm>
        </p:grpSpPr>
        <p:sp>
          <p:nvSpPr>
            <p:cNvPr id="142" name="Прямоугольник: скругленные углы 141">
              <a:extLst>
                <a:ext uri="{FF2B5EF4-FFF2-40B4-BE49-F238E27FC236}">
                  <a16:creationId xmlns:a16="http://schemas.microsoft.com/office/drawing/2014/main" id="{2687657E-320D-652C-C8F7-78E68E97CBCB}"/>
                </a:ext>
              </a:extLst>
            </p:cNvPr>
            <p:cNvSpPr/>
            <p:nvPr/>
          </p:nvSpPr>
          <p:spPr>
            <a:xfrm>
              <a:off x="3893791" y="645830"/>
              <a:ext cx="4644494" cy="5334614"/>
            </a:xfrm>
            <a:prstGeom prst="roundRect">
              <a:avLst>
                <a:gd name="adj" fmla="val 5376"/>
              </a:avLst>
            </a:prstGeom>
            <a:solidFill>
              <a:schemeClr val="bg1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4A0D3BCB-62EA-D19B-F678-0BED2907B5D0}"/>
                </a:ext>
              </a:extLst>
            </p:cNvPr>
            <p:cNvSpPr txBox="1"/>
            <p:nvPr/>
          </p:nvSpPr>
          <p:spPr>
            <a:xfrm>
              <a:off x="4041089" y="1036326"/>
              <a:ext cx="11737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Montserrat Light" pitchFamily="2" charset="0"/>
                </a:rPr>
                <a:t>Let’s explore!</a:t>
              </a:r>
              <a:endParaRPr lang="ru-RU" sz="1200" dirty="0">
                <a:latin typeface="Montserrat Light" pitchFamily="2" charset="0"/>
              </a:endParaRPr>
            </a:p>
          </p:txBody>
        </p:sp>
        <p:sp>
          <p:nvSpPr>
            <p:cNvPr id="144" name="Прямоугольник: скругленные углы 143">
              <a:extLst>
                <a:ext uri="{FF2B5EF4-FFF2-40B4-BE49-F238E27FC236}">
                  <a16:creationId xmlns:a16="http://schemas.microsoft.com/office/drawing/2014/main" id="{7162C03F-A110-3560-9A02-6EC3E82ACF87}"/>
                </a:ext>
              </a:extLst>
            </p:cNvPr>
            <p:cNvSpPr/>
            <p:nvPr/>
          </p:nvSpPr>
          <p:spPr>
            <a:xfrm>
              <a:off x="8055556" y="5654889"/>
              <a:ext cx="254428" cy="25416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45" name="Рисунок 144" descr="Изображение выглядит как черный, темнота&#10;&#10;Автоматически созданное описание">
              <a:hlinkClick r:id="rId17" action="ppaction://hlinksldjump"/>
              <a:extLst>
                <a:ext uri="{FF2B5EF4-FFF2-40B4-BE49-F238E27FC236}">
                  <a16:creationId xmlns:a16="http://schemas.microsoft.com/office/drawing/2014/main" id="{E9ECDF69-53E2-9C3C-C0F0-219ACADFE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1712" y="5703232"/>
              <a:ext cx="157477" cy="157477"/>
            </a:xfrm>
            <a:prstGeom prst="rect">
              <a:avLst/>
            </a:prstGeom>
          </p:spPr>
        </p:pic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D188B30-8FF1-5E34-872F-354A5D0DCDDF}"/>
                </a:ext>
              </a:extLst>
            </p:cNvPr>
            <p:cNvSpPr txBox="1"/>
            <p:nvPr/>
          </p:nvSpPr>
          <p:spPr>
            <a:xfrm>
              <a:off x="4071032" y="763632"/>
              <a:ext cx="22445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ontserrat" pitchFamily="2" charset="0"/>
                </a:rPr>
                <a:t>Hello, </a:t>
              </a:r>
              <a:r>
                <a:rPr lang="en-US" dirty="0" err="1">
                  <a:latin typeface="Montserrat" pitchFamily="2" charset="0"/>
                </a:rPr>
                <a:t>PealStudio</a:t>
              </a:r>
              <a:endParaRPr lang="ru-RU" dirty="0">
                <a:latin typeface="Montserrat" pitchFamily="2" charset="0"/>
              </a:endParaRPr>
            </a:p>
          </p:txBody>
        </p:sp>
        <p:sp>
          <p:nvSpPr>
            <p:cNvPr id="147" name="Прямоугольник: скругленные углы 146">
              <a:extLst>
                <a:ext uri="{FF2B5EF4-FFF2-40B4-BE49-F238E27FC236}">
                  <a16:creationId xmlns:a16="http://schemas.microsoft.com/office/drawing/2014/main" id="{A7F5B8B5-6BDC-7EA5-FD58-03981348AC43}"/>
                </a:ext>
              </a:extLst>
            </p:cNvPr>
            <p:cNvSpPr/>
            <p:nvPr/>
          </p:nvSpPr>
          <p:spPr>
            <a:xfrm>
              <a:off x="4070104" y="1500044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48" name="Рисунок 147" descr="Изображение выглядит как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37530671-C409-E4AD-C00E-2295150B5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465" y="1733675"/>
              <a:ext cx="481897" cy="481897"/>
            </a:xfrm>
            <a:prstGeom prst="rect">
              <a:avLst/>
            </a:prstGeom>
          </p:spPr>
        </p:pic>
        <p:sp>
          <p:nvSpPr>
            <p:cNvPr id="149" name="Прямоугольник: скругленные углы 148">
              <a:extLst>
                <a:ext uri="{FF2B5EF4-FFF2-40B4-BE49-F238E27FC236}">
                  <a16:creationId xmlns:a16="http://schemas.microsoft.com/office/drawing/2014/main" id="{5FF293B6-D5C7-4B0E-E8A8-3E5839141588}"/>
                </a:ext>
              </a:extLst>
            </p:cNvPr>
            <p:cNvSpPr/>
            <p:nvPr/>
          </p:nvSpPr>
          <p:spPr>
            <a:xfrm>
              <a:off x="5306472" y="150236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50" name="Рисунок 149" descr="Изображение выглядит как круг, Графика, Цвет электрик, символ&#10;&#10;Автоматически созданное описание">
              <a:extLst>
                <a:ext uri="{FF2B5EF4-FFF2-40B4-BE49-F238E27FC236}">
                  <a16:creationId xmlns:a16="http://schemas.microsoft.com/office/drawing/2014/main" id="{A4B2DAF5-604F-9F0B-6CE6-E4ECE2676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8863" y="1790447"/>
              <a:ext cx="481897" cy="481897"/>
            </a:xfrm>
            <a:prstGeom prst="rect">
              <a:avLst/>
            </a:prstGeom>
          </p:spPr>
        </p:pic>
        <p:sp>
          <p:nvSpPr>
            <p:cNvPr id="151" name="Прямоугольник: скругленные углы 150">
              <a:extLst>
                <a:ext uri="{FF2B5EF4-FFF2-40B4-BE49-F238E27FC236}">
                  <a16:creationId xmlns:a16="http://schemas.microsoft.com/office/drawing/2014/main" id="{8D9C3321-3974-DA3D-93FC-8B8EDAE369C0}"/>
                </a:ext>
              </a:extLst>
            </p:cNvPr>
            <p:cNvSpPr/>
            <p:nvPr/>
          </p:nvSpPr>
          <p:spPr>
            <a:xfrm>
              <a:off x="6508489" y="1500044"/>
              <a:ext cx="187351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52" name="Рисунок 151" descr="Изображение выглядит как круг, Графика, символ, графическая вставка&#10;&#10;Автоматически созданное описание">
              <a:extLst>
                <a:ext uri="{FF2B5EF4-FFF2-40B4-BE49-F238E27FC236}">
                  <a16:creationId xmlns:a16="http://schemas.microsoft.com/office/drawing/2014/main" id="{35392567-15B0-D271-8D0F-B4B70ACD2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4353" y="1518983"/>
              <a:ext cx="301273" cy="301273"/>
            </a:xfrm>
            <a:prstGeom prst="rect">
              <a:avLst/>
            </a:prstGeom>
          </p:spPr>
        </p:pic>
        <p:pic>
          <p:nvPicPr>
            <p:cNvPr id="153" name="Рисунок 152" descr="Изображение выглядит как Графика, Карминный цвет, Шрифт, Красочность&#10;&#10;Автоматически созданное описание">
              <a:extLst>
                <a:ext uri="{FF2B5EF4-FFF2-40B4-BE49-F238E27FC236}">
                  <a16:creationId xmlns:a16="http://schemas.microsoft.com/office/drawing/2014/main" id="{FB4B2C85-702A-7ED4-BC8F-94ABF5F42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8238" y="2259752"/>
              <a:ext cx="205650" cy="205650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AD9D2B4-7EC0-55A7-E282-BB58B918ADA6}"/>
                </a:ext>
              </a:extLst>
            </p:cNvPr>
            <p:cNvSpPr txBox="1"/>
            <p:nvPr/>
          </p:nvSpPr>
          <p:spPr>
            <a:xfrm>
              <a:off x="6566647" y="2090475"/>
              <a:ext cx="12057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Montserrat Light" pitchFamily="2" charset="0"/>
                </a:rPr>
                <a:t>Dota 2 is ready, </a:t>
              </a:r>
            </a:p>
            <a:p>
              <a:r>
                <a:rPr lang="en-US" sz="800" dirty="0" err="1">
                  <a:latin typeface="Montserrat Light" pitchFamily="2" charset="0"/>
                </a:rPr>
                <a:t>gotov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popku</a:t>
              </a:r>
              <a:r>
                <a:rPr lang="en-US" sz="800" dirty="0">
                  <a:latin typeface="Montserrat Light" pitchFamily="2" charset="0"/>
                </a:rPr>
                <a:t> </a:t>
              </a:r>
              <a:r>
                <a:rPr lang="en-US" sz="800" dirty="0" err="1">
                  <a:latin typeface="Montserrat Light" pitchFamily="2" charset="0"/>
                </a:rPr>
                <a:t>pupsik</a:t>
              </a:r>
              <a:endParaRPr lang="ru-RU" sz="800" dirty="0">
                <a:latin typeface="Montserrat Light" pitchFamily="2" charset="0"/>
              </a:endParaRPr>
            </a:p>
          </p:txBody>
        </p:sp>
        <p:sp>
          <p:nvSpPr>
            <p:cNvPr id="155" name="Прямоугольник: скругленные углы 154">
              <a:extLst>
                <a:ext uri="{FF2B5EF4-FFF2-40B4-BE49-F238E27FC236}">
                  <a16:creationId xmlns:a16="http://schemas.microsoft.com/office/drawing/2014/main" id="{D020182D-BB01-2EC1-A3F6-C71A9B237816}"/>
                </a:ext>
              </a:extLst>
            </p:cNvPr>
            <p:cNvSpPr/>
            <p:nvPr/>
          </p:nvSpPr>
          <p:spPr>
            <a:xfrm>
              <a:off x="4065032" y="2629618"/>
              <a:ext cx="1980016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56" name="Рисунок 155" descr="Изображение выглядит как желтый, символ, Графика, звезда&#10;&#10;Автоматически созданное описание">
              <a:extLst>
                <a:ext uri="{FF2B5EF4-FFF2-40B4-BE49-F238E27FC236}">
                  <a16:creationId xmlns:a16="http://schemas.microsoft.com/office/drawing/2014/main" id="{99B5B8C4-EA6D-9135-600C-035855793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2922319"/>
              <a:ext cx="469232" cy="469232"/>
            </a:xfrm>
            <a:prstGeom prst="rect">
              <a:avLst/>
            </a:prstGeom>
          </p:spPr>
        </p:pic>
        <p:pic>
          <p:nvPicPr>
            <p:cNvPr id="157" name="Рисунок 156" descr="Изображение выглядит как снимок экрана, линия, символ, Прямоугольник&#10;&#10;Автоматически созданное описание">
              <a:extLst>
                <a:ext uri="{FF2B5EF4-FFF2-40B4-BE49-F238E27FC236}">
                  <a16:creationId xmlns:a16="http://schemas.microsoft.com/office/drawing/2014/main" id="{2910030E-53FB-7A6C-F4DC-52B720727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6732" y="2922319"/>
              <a:ext cx="469232" cy="469232"/>
            </a:xfrm>
            <a:prstGeom prst="rect">
              <a:avLst/>
            </a:prstGeom>
          </p:spPr>
        </p:pic>
        <p:sp>
          <p:nvSpPr>
            <p:cNvPr id="158" name="Прямоугольник: скругленные углы 157">
              <a:extLst>
                <a:ext uri="{FF2B5EF4-FFF2-40B4-BE49-F238E27FC236}">
                  <a16:creationId xmlns:a16="http://schemas.microsoft.com/office/drawing/2014/main" id="{71D27961-DDBA-FDAE-078E-6E4C870609A4}"/>
                </a:ext>
              </a:extLst>
            </p:cNvPr>
            <p:cNvSpPr/>
            <p:nvPr/>
          </p:nvSpPr>
          <p:spPr>
            <a:xfrm>
              <a:off x="6166369" y="2646836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59" name="Рисунок 158" descr="Изображение выглядит как желтый, Прямоугольник, снимок экрана, прямоугольный&#10;&#10;Автоматически созданное описание">
              <a:extLst>
                <a:ext uri="{FF2B5EF4-FFF2-40B4-BE49-F238E27FC236}">
                  <a16:creationId xmlns:a16="http://schemas.microsoft.com/office/drawing/2014/main" id="{F8FF2083-2A91-0E02-D52F-5EEB4263B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1874" y="2901012"/>
              <a:ext cx="469232" cy="469232"/>
            </a:xfrm>
            <a:prstGeom prst="rect">
              <a:avLst/>
            </a:prstGeom>
          </p:spPr>
        </p:pic>
        <p:sp>
          <p:nvSpPr>
            <p:cNvPr id="160" name="Прямоугольник: скругленные углы 159">
              <a:extLst>
                <a:ext uri="{FF2B5EF4-FFF2-40B4-BE49-F238E27FC236}">
                  <a16:creationId xmlns:a16="http://schemas.microsoft.com/office/drawing/2014/main" id="{2DFF51DA-97A5-52E8-11AD-23D3F92BE5D6}"/>
                </a:ext>
              </a:extLst>
            </p:cNvPr>
            <p:cNvSpPr/>
            <p:nvPr/>
          </p:nvSpPr>
          <p:spPr>
            <a:xfrm>
              <a:off x="7307918" y="262230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61" name="Рисунок 160" descr="Изображение выглядит как снимок экрана, Цвет электрик, Прямоугольник, синий&#10;&#10;Автоматически созданное описание">
              <a:extLst>
                <a:ext uri="{FF2B5EF4-FFF2-40B4-BE49-F238E27FC236}">
                  <a16:creationId xmlns:a16="http://schemas.microsoft.com/office/drawing/2014/main" id="{AF9A9955-D13D-B80A-B11B-F594475E0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612" y="2881497"/>
              <a:ext cx="469232" cy="469232"/>
            </a:xfrm>
            <a:prstGeom prst="rect">
              <a:avLst/>
            </a:prstGeom>
          </p:spPr>
        </p:pic>
        <p:sp>
          <p:nvSpPr>
            <p:cNvPr id="162" name="Прямоугольник: скругленные углы 161">
              <a:extLst>
                <a:ext uri="{FF2B5EF4-FFF2-40B4-BE49-F238E27FC236}">
                  <a16:creationId xmlns:a16="http://schemas.microsoft.com/office/drawing/2014/main" id="{DD30920F-2092-EB27-1209-46BEA6B6BB32}"/>
                </a:ext>
              </a:extLst>
            </p:cNvPr>
            <p:cNvSpPr/>
            <p:nvPr/>
          </p:nvSpPr>
          <p:spPr>
            <a:xfrm>
              <a:off x="4070102" y="3734478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3" name="Прямоугольник: скругленные углы 162">
              <a:extLst>
                <a:ext uri="{FF2B5EF4-FFF2-40B4-BE49-F238E27FC236}">
                  <a16:creationId xmlns:a16="http://schemas.microsoft.com/office/drawing/2014/main" id="{6E9C0C9E-D896-C668-101B-5E9086C9ED63}"/>
                </a:ext>
              </a:extLst>
            </p:cNvPr>
            <p:cNvSpPr/>
            <p:nvPr/>
          </p:nvSpPr>
          <p:spPr>
            <a:xfrm>
              <a:off x="5273483" y="3734477"/>
              <a:ext cx="1062621" cy="1007599"/>
            </a:xfrm>
            <a:prstGeom prst="roundRect">
              <a:avLst>
                <a:gd name="adj" fmla="val 1454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64" name="Рисунок 163" descr="Изображение выглядит как снимок экрана, Прямоугольник, Цвет электрик, линия&#10;&#10;Автоматически созданное описание">
              <a:hlinkClick r:id="rId26" action="ppaction://hlinksldjump"/>
              <a:extLst>
                <a:ext uri="{FF2B5EF4-FFF2-40B4-BE49-F238E27FC236}">
                  <a16:creationId xmlns:a16="http://schemas.microsoft.com/office/drawing/2014/main" id="{7AC658F2-1474-B258-E670-AEDD33DF4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3130" y="4001781"/>
              <a:ext cx="469232" cy="469232"/>
            </a:xfrm>
            <a:prstGeom prst="rect">
              <a:avLst/>
            </a:prstGeom>
          </p:spPr>
        </p:pic>
        <p:pic>
          <p:nvPicPr>
            <p:cNvPr id="165" name="Рисунок 164" descr="Изображение выглядит как круг, Графика, снимок экрана, дизайн&#10;&#10;Автоматически созданное описание">
              <a:hlinkClick r:id="rId28" action="ppaction://hlinksldjump"/>
              <a:extLst>
                <a:ext uri="{FF2B5EF4-FFF2-40B4-BE49-F238E27FC236}">
                  <a16:creationId xmlns:a16="http://schemas.microsoft.com/office/drawing/2014/main" id="{90897072-824F-F7FB-D05C-60AFC3167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70177" y="4009687"/>
              <a:ext cx="469232" cy="469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6470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573</Words>
  <Application>Microsoft Office PowerPoint</Application>
  <PresentationFormat>Широкоэкранный</PresentationFormat>
  <Paragraphs>177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Montserrat</vt:lpstr>
      <vt:lpstr>Montserrat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Kuzmin Gregory</dc:creator>
  <cp:lastModifiedBy>Kuzmin Gregory</cp:lastModifiedBy>
  <cp:revision>1</cp:revision>
  <dcterms:created xsi:type="dcterms:W3CDTF">2023-05-05T16:50:07Z</dcterms:created>
  <dcterms:modified xsi:type="dcterms:W3CDTF">2023-05-06T04:36:03Z</dcterms:modified>
</cp:coreProperties>
</file>